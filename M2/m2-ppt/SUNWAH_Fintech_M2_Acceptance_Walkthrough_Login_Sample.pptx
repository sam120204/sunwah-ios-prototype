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00147169194155" /><Relationship Type="http://schemas.openxmlformats.org/officeDocument/2006/relationships/extended-properties" Target="/docProps/app.xml" Id="Rcc4fe5d4fbec4879" /><Relationship Type="http://schemas.openxmlformats.org/officeDocument/2006/relationships/officeDocument" Target="/ppt/presentation.xml" Id="R829fd0acf0c54b2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5d62209a76a49ca"/>
  </p:sldMasterIdLst>
  <p:notesMasterIdLst>
    <p:notesMasterId xmlns:r="http://schemas.openxmlformats.org/officeDocument/2006/relationships" r:id="R41b53bc360954377"/>
  </p:notesMasterIdLst>
  <p:sldIdLst>
    <p:sldId xmlns:r="http://schemas.openxmlformats.org/officeDocument/2006/relationships" id="256" r:id="R03f14efb47c143a3"/>
    <p:sldId xmlns:r="http://schemas.openxmlformats.org/officeDocument/2006/relationships" id="257" r:id="Ra09821d5cbff415a"/>
    <p:sldId xmlns:r="http://schemas.openxmlformats.org/officeDocument/2006/relationships" id="258" r:id="R26819b6b16f64888"/>
    <p:sldId xmlns:r="http://schemas.openxmlformats.org/officeDocument/2006/relationships" id="259" r:id="R5b3dfa477ea44297"/>
    <p:sldId xmlns:r="http://schemas.openxmlformats.org/officeDocument/2006/relationships" id="260" r:id="R28baf34fea1a4013"/>
    <p:sldId xmlns:r="http://schemas.openxmlformats.org/officeDocument/2006/relationships" id="261" r:id="Rf3ed296d38e24e32"/>
  </p:sldIdLst>
  <p:sldSz cx="12192000" cy="6858000"/>
  <p:notesSz cx="6858000" cy="9144000"/>
  <p:embeddedFontLst>
    <p:embeddedFont>
      <p:font typeface="Georgia"/>
      <p:regular xmlns:r="http://schemas.openxmlformats.org/officeDocument/2006/relationships" r:id="R5b977d7d2f8845f4"/>
      <p:bold xmlns:r="http://schemas.openxmlformats.org/officeDocument/2006/relationships" r:id="Rba8dc0681d2f4d7b"/>
      <p:italic xmlns:r="http://schemas.openxmlformats.org/officeDocument/2006/relationships" r:id="R048e0fd2ef4940d8"/>
      <p:boldItalic xmlns:r="http://schemas.openxmlformats.org/officeDocument/2006/relationships" r:id="Rb693c3e777c045c2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0974501aeb4cf9" /><Relationship Type="http://schemas.openxmlformats.org/officeDocument/2006/relationships/slideMaster" Target="/ppt/slideMasters/slideMaster1.xml" Id="Rb5d62209a76a49ca" /><Relationship Type="http://schemas.openxmlformats.org/officeDocument/2006/relationships/notesMaster" Target="/ppt/notesMasters/notesMaster1.xml" Id="R41b53bc360954377" /><Relationship Type="http://schemas.openxmlformats.org/officeDocument/2006/relationships/presProps" Target="/ppt/presProps.xml" Id="Rd63fcac6462d4df5" /><Relationship Type="http://schemas.openxmlformats.org/officeDocument/2006/relationships/viewProps" Target="/ppt/viewProps.xml" Id="R09c767657e424d7c" /><Relationship Type="http://schemas.openxmlformats.org/officeDocument/2006/relationships/tableStyles" Target="/ppt/tableStyles.xml" Id="Rf3332366d991400e" /><Relationship Type="http://schemas.openxmlformats.org/officeDocument/2006/relationships/font" Target="/ppt/fonts/font.dat" Id="R5b977d7d2f8845f4" /><Relationship Type="http://schemas.openxmlformats.org/officeDocument/2006/relationships/font" Target="/ppt/fonts/font2.dat" Id="Rba8dc0681d2f4d7b" /><Relationship Type="http://schemas.openxmlformats.org/officeDocument/2006/relationships/font" Target="/ppt/fonts/font3.dat" Id="R048e0fd2ef4940d8" /><Relationship Type="http://schemas.openxmlformats.org/officeDocument/2006/relationships/font" Target="/ppt/fonts/font4.dat" Id="Rb693c3e777c045c2" /><Relationship Type="http://schemas.openxmlformats.org/officeDocument/2006/relationships/slide" Target="/ppt/slides/slide1.xml" Id="R03f14efb47c143a3" /><Relationship Type="http://schemas.openxmlformats.org/officeDocument/2006/relationships/slide" Target="/ppt/slides/slide2.xml" Id="Ra09821d5cbff415a" /><Relationship Type="http://schemas.openxmlformats.org/officeDocument/2006/relationships/slide" Target="/ppt/slides/slide3.xml" Id="R26819b6b16f64888" /><Relationship Type="http://schemas.openxmlformats.org/officeDocument/2006/relationships/slide" Target="/ppt/slides/slide4.xml" Id="R5b3dfa477ea44297" /><Relationship Type="http://schemas.openxmlformats.org/officeDocument/2006/relationships/slide" Target="/ppt/slides/slide5.xml" Id="R28baf34fea1a4013" /><Relationship Type="http://schemas.openxmlformats.org/officeDocument/2006/relationships/slide" Target="/ppt/slides/slide6.xml" Id="Rf3ed296d38e24e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13f8158bfe41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a57f65b08447d2" /><Relationship Type="http://schemas.openxmlformats.org/officeDocument/2006/relationships/notesMaster" Target="/ppt/notesMasters/notesMaster1.xml" Id="R2da192db8de64a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e994de8d5b489b" /><Relationship Type="http://schemas.openxmlformats.org/officeDocument/2006/relationships/notesMaster" Target="/ppt/notesMasters/notesMaster1.xml" Id="R550ca47d9574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0e1c125566477a" /><Relationship Type="http://schemas.openxmlformats.org/officeDocument/2006/relationships/notesMaster" Target="/ppt/notesMasters/notesMaster1.xml" Id="R5717ed9ba0c14d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5b5764c4214bd4" /><Relationship Type="http://schemas.openxmlformats.org/officeDocument/2006/relationships/notesMaster" Target="/ppt/notesMasters/notesMaster1.xml" Id="R16dacc53e6014d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8b36174be349df" /><Relationship Type="http://schemas.openxmlformats.org/officeDocument/2006/relationships/notesMaster" Target="/ppt/notesMasters/notesMaster1.xml" Id="R5792b4ddd20c40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893339e3dd4e54" /><Relationship Type="http://schemas.openxmlformats.org/officeDocument/2006/relationships/notesMaster" Target="/ppt/notesMasters/notesMaster1.xml" Id="R601de97564364c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4aaa97e22427f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d80dda652b46e8" /><Relationship Type="http://schemas.openxmlformats.org/officeDocument/2006/relationships/slideLayout" Target="/ppt/slideLayouts/slideLayout1.xml" Id="R1cbd0f8faa0f4b2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AF9827B-0AEA-49B2-8322-FE449196A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4C25000-E664-4797-812F-1A3771E5025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har char=""/>
              <a:defRPr sz="32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1pPr>
            <a:lvl2pPr algn="l">
              <a:spcBef>
                <a:spcPts val="1134"/>
              </a:spcBef>
              <a:buChar char=""/>
              <a:defRPr sz="24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2pPr>
            <a:lvl3pPr algn="l">
              <a:spcBef>
                <a:spcPts val="850"/>
              </a:spcBef>
              <a:buChar char="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3pPr>
            <a:lvl4pPr algn="l">
              <a:spcBef>
                <a:spcPts val="567"/>
              </a:spcBef>
              <a:buChar char="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4pPr>
            <a:lvl5pPr algn="l">
              <a:spcBef>
                <a:spcPts val="283"/>
              </a:spcBef>
              <a:buChar char="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5pPr>
            <a:lvl6pPr algn="l">
              <a:spcBef>
                <a:spcPts val="283"/>
              </a:spcBef>
              <a:buChar char="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6pPr>
            <a:lvl7pPr algn="l">
              <a:spcBef>
                <a:spcPts val="283"/>
              </a:spcBef>
              <a:buChar char=""/>
              <a:def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har char=""/>
            </a:pPr>
            <a:r>
              <a:rPr sz="32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har char=""/>
            </a:pPr>
            <a:r>
              <a:rPr sz="24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har char="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chemeClr val="dk1"/>
                </a:solidFill>
                <a:latin typeface="Georgia"/>
                <a:ea typeface="Georgia"/>
                <a:cs typeface="Georgia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bd0f8faa0f4b2e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745642cd2410e" /><Relationship Type="http://schemas.openxmlformats.org/officeDocument/2006/relationships/image" Target="/ppt/media/image.png" Id="Re35d4b1907674c8c" /><Relationship Type="http://schemas.openxmlformats.org/officeDocument/2006/relationships/notesSlide" Target="/ppt/notesSlides/notesSlide1.xml" Id="Rd8bcd67ca1d94a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e16c5170542a6" /><Relationship Type="http://schemas.openxmlformats.org/officeDocument/2006/relationships/image" Target="/ppt/media/image2.png" Id="R22dea56b0fbd4c2f" /><Relationship Type="http://schemas.openxmlformats.org/officeDocument/2006/relationships/image" Target="/ppt/media/image3.png" Id="Rbe6b0c17733b40ab" /><Relationship Type="http://schemas.openxmlformats.org/officeDocument/2006/relationships/image" Target="/ppt/media/image4.png" Id="R73f21b3d54fa40e3" /><Relationship Type="http://schemas.openxmlformats.org/officeDocument/2006/relationships/image" Target="/ppt/media/image5.png" Id="R8c67b0a723b74c9c" /><Relationship Type="http://schemas.openxmlformats.org/officeDocument/2006/relationships/notesSlide" Target="/ppt/notesSlides/notesSlide2.xml" Id="R9f93e8da8d5c4a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e4231c4c64fdb" /><Relationship Type="http://schemas.openxmlformats.org/officeDocument/2006/relationships/notesSlide" Target="/ppt/notesSlides/notesSlide3.xml" Id="Rb531513eae2049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0741068a14b0c" /><Relationship Type="http://schemas.openxmlformats.org/officeDocument/2006/relationships/image" Target="/ppt/media/image6.png" Id="R92a9b1d0ec494121" /><Relationship Type="http://schemas.openxmlformats.org/officeDocument/2006/relationships/image" Target="/ppt/media/image7.png" Id="Rad4bd5391b8b4a3f" /><Relationship Type="http://schemas.openxmlformats.org/officeDocument/2006/relationships/notesSlide" Target="/ppt/notesSlides/notesSlide4.xml" Id="R7f3e3b1143e9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a6edbc8c54809" /><Relationship Type="http://schemas.openxmlformats.org/officeDocument/2006/relationships/image" Target="/ppt/media/image8.png" Id="R0d73271ddd7f49d8" /><Relationship Type="http://schemas.openxmlformats.org/officeDocument/2006/relationships/image" Target="/ppt/media/image9.png" Id="Rade021d3eb0b4d82" /><Relationship Type="http://schemas.openxmlformats.org/officeDocument/2006/relationships/image" Target="/ppt/media/image10.png" Id="R2b1f897531eb4637" /><Relationship Type="http://schemas.openxmlformats.org/officeDocument/2006/relationships/image" Target="/ppt/media/image11.png" Id="Rd0fb2e18fd654cd3" /><Relationship Type="http://schemas.openxmlformats.org/officeDocument/2006/relationships/notesSlide" Target="/ppt/notesSlides/notesSlide5.xml" Id="Rc2dbeab83df14a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505306b4d4851" /><Relationship Type="http://schemas.openxmlformats.org/officeDocument/2006/relationships/image" Target="/ppt/media/image12.png" Id="Re6c1a32b2aed4d8e" /><Relationship Type="http://schemas.openxmlformats.org/officeDocument/2006/relationships/image" Target="/ppt/media/image13.png" Id="Re4743b1bb9374f28" /><Relationship Type="http://schemas.openxmlformats.org/officeDocument/2006/relationships/notesSlide" Target="/ppt/notesSlides/notesSlide6.xml" Id="R08f61dc8de2942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d4b1907674c8c"/>
          <a:stretch xmlns:a="http://schemas.openxmlformats.org/drawingml/2006/main"/>
        </p:blipFill>
        <p:spPr>
          <a:xfrm xmlns:a="http://schemas.openxmlformats.org/drawingml/2006/main">
            <a:off x="1254240" y="663120"/>
            <a:ext cx="10934280" cy="61534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1" name="Text 0">
            <a:extLst xmlns:a="http://schemas.openxmlformats.org/drawingml/2006/main">
              <a:ext uri="{FF2B5EF4-FFF2-40B4-BE49-F238E27FC236}">
                <a16:creationId xmlns:a16="http://schemas.microsoft.com/office/drawing/2014/main" id="{C1385740-4772-48DE-AFB9-110CD04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80"/>
            <a:ext cx="28342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SUNWAH  FINTECH</a:t>
            </a:r>
          </a:p>
        </p:txBody>
      </p:sp>
      <p:sp>
        <p:nvSpPr>
          <p:cNvPr id="12" name="Text 1">
            <a:extLst xmlns:a="http://schemas.openxmlformats.org/drawingml/2006/main">
              <a:ext uri="{FF2B5EF4-FFF2-40B4-BE49-F238E27FC236}">
                <a16:creationId xmlns:a16="http://schemas.microsoft.com/office/drawing/2014/main" id="{383DDFF6-80EB-47D6-AA50-42EB307E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80" y="1181160"/>
            <a:ext cx="7223400" cy="131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54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SUNWAH Fintech Phase 2</a:t>
            </a:r>
          </a:p>
        </p:txBody>
      </p:sp>
      <p:sp>
        <p:nvSpPr>
          <p:cNvPr id="13" name="Shape 2">
            <a:extLst xmlns:a="http://schemas.openxmlformats.org/drawingml/2006/main">
              <a:ext uri="{FF2B5EF4-FFF2-40B4-BE49-F238E27FC236}">
                <a16:creationId xmlns:a16="http://schemas.microsoft.com/office/drawing/2014/main" id="{9F53B235-E1C3-4A73-9EEB-785ADC53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822600" cy="4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960" rIns="90000" bIns="-3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Shape 3">
            <a:extLst xmlns:a="http://schemas.openxmlformats.org/drawingml/2006/main">
              <a:ext uri="{FF2B5EF4-FFF2-40B4-BE49-F238E27FC236}">
                <a16:creationId xmlns:a16="http://schemas.microsoft.com/office/drawing/2014/main" id="{DF6545B2-98F6-4A08-BF30-9C0109AC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61200"/>
            <a:ext cx="6309360" cy="36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Text 4">
            <a:extLst xmlns:a="http://schemas.openxmlformats.org/drawingml/2006/main">
              <a:ext uri="{FF2B5EF4-FFF2-40B4-BE49-F238E27FC236}">
                <a16:creationId xmlns:a16="http://schemas.microsoft.com/office/drawing/2014/main" id="{4802AEA9-936D-4CC5-A598-348FF716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27320"/>
            <a:ext cx="5394600" cy="32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M2 Functional Acceptance Walkthrough</a:t>
            </a:r>
          </a:p>
        </p:txBody>
      </p:sp>
      <p:sp>
        <p:nvSpPr>
          <p:cNvPr id="16" name="Text 5">
            <a:extLst xmlns:a="http://schemas.openxmlformats.org/drawingml/2006/main">
              <a:ext uri="{FF2B5EF4-FFF2-40B4-BE49-F238E27FC236}">
                <a16:creationId xmlns:a16="http://schemas.microsoft.com/office/drawing/2014/main" id="{FB81607B-1969-44F2-BADD-083A5C82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680"/>
            <a:ext cx="7205040" cy="47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2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An acceptance-ready view of the Phase 2 mobile and web delivery, organised by module and User Story, with every walkthrough step traced to its AC.</a:t>
            </a: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08ADF0D-2703-4BD4-AADF-B9088C14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8" name="Text 8">
            <a:extLst xmlns:a="http://schemas.openxmlformats.org/drawingml/2006/main">
              <a:ext uri="{FF2B5EF4-FFF2-40B4-BE49-F238E27FC236}">
                <a16:creationId xmlns:a16="http://schemas.microsoft.com/office/drawing/2014/main" id="{AAEEEC76-03DF-4B26-9776-5954AB3C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Live Cloud</a:t>
            </a:r>
          </a:p>
        </p:txBody>
      </p:sp>
      <p:sp>
        <p:nvSpPr>
          <p:cNvPr id="19" name="Shape 9">
            <a:extLst xmlns:a="http://schemas.openxmlformats.org/drawingml/2006/main">
              <a:ext uri="{FF2B5EF4-FFF2-40B4-BE49-F238E27FC236}">
                <a16:creationId xmlns:a16="http://schemas.microsoft.com/office/drawing/2014/main" id="{F6254D6E-AE07-4E15-9102-BC63D46A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Text 11">
            <a:extLst xmlns:a="http://schemas.openxmlformats.org/drawingml/2006/main">
              <a:ext uri="{FF2B5EF4-FFF2-40B4-BE49-F238E27FC236}">
                <a16:creationId xmlns:a16="http://schemas.microsoft.com/office/drawing/2014/main" id="{45C05E0E-79F5-4184-8B05-5D6CCDF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24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11 Stories</a:t>
            </a:r>
          </a:p>
        </p:txBody>
      </p:sp>
      <p:sp>
        <p:nvSpPr>
          <p:cNvPr id="21" name="Shape 12">
            <a:extLst xmlns:a="http://schemas.openxmlformats.org/drawingml/2006/main">
              <a:ext uri="{FF2B5EF4-FFF2-40B4-BE49-F238E27FC236}">
                <a16:creationId xmlns:a16="http://schemas.microsoft.com/office/drawing/2014/main" id="{A8B7C5CC-2AB7-4FA2-AA62-92C67E5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70778F6C-21F5-4405-84D5-386FD2DC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76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iOS App</a:t>
            </a:r>
          </a:p>
        </p:txBody>
      </p:sp>
      <p:sp>
        <p:nvSpPr>
          <p:cNvPr id="23" name="Shape 15">
            <a:extLst xmlns:a="http://schemas.openxmlformats.org/drawingml/2006/main">
              <a:ext uri="{FF2B5EF4-FFF2-40B4-BE49-F238E27FC236}">
                <a16:creationId xmlns:a16="http://schemas.microsoft.com/office/drawing/2014/main" id="{5B4C04CE-8A16-4350-A400-5753F910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B0F18A22-F8F4-4C2F-B717-2A22705C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64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Web Admin</a:t>
            </a:r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E2F00656-7AF4-49FD-AD9D-9F6775A3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A1687FB8-B222-4851-A1F4-42D35B21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52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Canonical AC</a:t>
            </a:r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734B34A6-E1A3-4571-BAAD-E1C7CF4F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80" y="5402520"/>
            <a:ext cx="1078560" cy="29232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01B4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322FD3F8-362E-4379-8E43-6AA5659D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5440680"/>
            <a:ext cx="950760" cy="1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July 2026</a:t>
            </a:r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73EBF25E-797F-40BF-B3B6-0A4C7A84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35920"/>
            <a:ext cx="10972800" cy="36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C9B05A3-D15D-4932-BCD6-AA516E84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0"/>
            <a:ext cx="420588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SUNWAH FINTECH · M2 Functional Acceptance Walkthrough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4C0739F8-82EC-40B5-9BA5-7ED5C118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6382440"/>
            <a:ext cx="776880" cy="200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22298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hape 0">
            <a:extLst xmlns:a="http://schemas.openxmlformats.org/drawingml/2006/main">
              <a:ext uri="{FF2B5EF4-FFF2-40B4-BE49-F238E27FC236}">
                <a16:creationId xmlns:a16="http://schemas.microsoft.com/office/drawing/2014/main" id="{F1C5F4CA-CC82-4D0D-8686-B89A9D6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" name="Shape 1">
            <a:extLst xmlns:a="http://schemas.openxmlformats.org/drawingml/2006/main">
              <a:ext uri="{FF2B5EF4-FFF2-40B4-BE49-F238E27FC236}">
                <a16:creationId xmlns:a16="http://schemas.microsoft.com/office/drawing/2014/main" id="{644B2167-514A-40F8-A009-1E338307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4" name="Text 2">
            <a:extLst xmlns:a="http://schemas.openxmlformats.org/drawingml/2006/main">
              <a:ext uri="{FF2B5EF4-FFF2-40B4-BE49-F238E27FC236}">
                <a16:creationId xmlns:a16="http://schemas.microsoft.com/office/drawing/2014/main" id="{07855473-307B-4ADF-9EEB-61CB85E8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35" name="Shape 3">
            <a:extLst xmlns:a="http://schemas.openxmlformats.org/drawingml/2006/main">
              <a:ext uri="{FF2B5EF4-FFF2-40B4-BE49-F238E27FC236}">
                <a16:creationId xmlns:a16="http://schemas.microsoft.com/office/drawing/2014/main" id="{A2FCCA29-1166-46AA-865F-58BB6AC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" name="Shape 4">
            <a:extLst xmlns:a="http://schemas.openxmlformats.org/drawingml/2006/main">
              <a:ext uri="{FF2B5EF4-FFF2-40B4-BE49-F238E27FC236}">
                <a16:creationId xmlns:a16="http://schemas.microsoft.com/office/drawing/2014/main" id="{C6D120E4-59DE-48B1-9564-3A882706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7" name="Shape 5">
            <a:extLst xmlns:a="http://schemas.openxmlformats.org/drawingml/2006/main">
              <a:ext uri="{FF2B5EF4-FFF2-40B4-BE49-F238E27FC236}">
                <a16:creationId xmlns:a16="http://schemas.microsoft.com/office/drawing/2014/main" id="{5A61A1B7-FD90-4C8F-8D98-B06F584E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8" name="Text 6">
            <a:extLst xmlns:a="http://schemas.openxmlformats.org/drawingml/2006/main">
              <a:ext uri="{FF2B5EF4-FFF2-40B4-BE49-F238E27FC236}">
                <a16:creationId xmlns:a16="http://schemas.microsoft.com/office/drawing/2014/main" id="{FC7B757E-8601-4CA7-AC69-D5DA7DB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A9438D58-83D2-48A5-98A3-81E721F4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40" name="Text 8">
            <a:extLst xmlns:a="http://schemas.openxmlformats.org/drawingml/2006/main">
              <a:ext uri="{FF2B5EF4-FFF2-40B4-BE49-F238E27FC236}">
                <a16:creationId xmlns:a16="http://schemas.microsoft.com/office/drawing/2014/main" id="{67B9B88A-489E-4CA2-AAA8-49F0577B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1" name="Text 9">
            <a:extLst xmlns:a="http://schemas.openxmlformats.org/drawingml/2006/main">
              <a:ext uri="{FF2B5EF4-FFF2-40B4-BE49-F238E27FC236}">
                <a16:creationId xmlns:a16="http://schemas.microsoft.com/office/drawing/2014/main" id="{4C663D23-34B4-4C44-A274-6D2BB1A3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42" name="Text 10">
            <a:extLst xmlns:a="http://schemas.openxmlformats.org/drawingml/2006/main">
              <a:ext uri="{FF2B5EF4-FFF2-40B4-BE49-F238E27FC236}">
                <a16:creationId xmlns:a16="http://schemas.microsoft.com/office/drawing/2014/main" id="{A11EF8B0-C73B-4E3E-BFBC-BF1326A6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3" name="Text 11">
            <a:extLst xmlns:a="http://schemas.openxmlformats.org/drawingml/2006/main">
              <a:ext uri="{FF2B5EF4-FFF2-40B4-BE49-F238E27FC236}">
                <a16:creationId xmlns:a16="http://schemas.microsoft.com/office/drawing/2014/main" id="{47AD5101-8CD4-40A2-8A97-43084989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44" name="Text 12">
            <a:extLst xmlns:a="http://schemas.openxmlformats.org/drawingml/2006/main">
              <a:ext uri="{FF2B5EF4-FFF2-40B4-BE49-F238E27FC236}">
                <a16:creationId xmlns:a16="http://schemas.microsoft.com/office/drawing/2014/main" id="{B9E52CA9-B7C0-44E0-915A-81213C1E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5" name="Text 13">
            <a:extLst xmlns:a="http://schemas.openxmlformats.org/drawingml/2006/main">
              <a:ext uri="{FF2B5EF4-FFF2-40B4-BE49-F238E27FC236}">
                <a16:creationId xmlns:a16="http://schemas.microsoft.com/office/drawing/2014/main" id="{9B91482C-3C00-4235-8568-F8909171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0B177DEE-F89A-441D-B00D-8FFF9552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7" name="Text 21">
            <a:extLst xmlns:a="http://schemas.openxmlformats.org/drawingml/2006/main">
              <a:ext uri="{FF2B5EF4-FFF2-40B4-BE49-F238E27FC236}">
                <a16:creationId xmlns:a16="http://schemas.microsoft.com/office/drawing/2014/main" id="{3D0873A6-BA14-42BC-8B41-AB3737C0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M2 Acceptance Walkthrough Structure</a:t>
            </a:r>
          </a:p>
        </p:txBody>
      </p:sp>
      <p:sp>
        <p:nvSpPr>
          <p:cNvPr id="48" name="Text 22">
            <a:extLst xmlns:a="http://schemas.openxmlformats.org/drawingml/2006/main">
              <a:ext uri="{FF2B5EF4-FFF2-40B4-BE49-F238E27FC236}">
                <a16:creationId xmlns:a16="http://schemas.microsoft.com/office/drawing/2014/main" id="{ACEFA9D9-DCC7-4CD4-8F66-16F48165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Four modules, eleven User Stories and one traceable acceptance path</a:t>
            </a:r>
          </a:p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9D12DDBA-4B11-44B0-9209-BD61F72E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" name="Shape 24">
            <a:extLst xmlns:a="http://schemas.openxmlformats.org/drawingml/2006/main">
              <a:ext uri="{FF2B5EF4-FFF2-40B4-BE49-F238E27FC236}">
                <a16:creationId xmlns:a16="http://schemas.microsoft.com/office/drawing/2014/main" id="{C51B8204-7720-4DFA-BAFB-85705637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1" name="Shape 25">
            <a:extLst xmlns:a="http://schemas.openxmlformats.org/drawingml/2006/main">
              <a:ext uri="{FF2B5EF4-FFF2-40B4-BE49-F238E27FC236}">
                <a16:creationId xmlns:a16="http://schemas.microsoft.com/office/drawing/2014/main" id="{2FFEBEC0-CF2E-4230-9619-5B106BDD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4101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2" name="Text 26">
            <a:extLst xmlns:a="http://schemas.openxmlformats.org/drawingml/2006/main">
              <a:ext uri="{FF2B5EF4-FFF2-40B4-BE49-F238E27FC236}">
                <a16:creationId xmlns:a16="http://schemas.microsoft.com/office/drawing/2014/main" id="{7CFF908B-6E34-4FF1-981A-B478D9AA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53" name="Text 27">
            <a:extLst xmlns:a="http://schemas.openxmlformats.org/drawingml/2006/main">
              <a:ext uri="{FF2B5EF4-FFF2-40B4-BE49-F238E27FC236}">
                <a16:creationId xmlns:a16="http://schemas.microsoft.com/office/drawing/2014/main" id="{FCAE30DB-6289-4636-9008-3FE3DDFB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02 / 06</a:t>
            </a:r>
          </a:p>
        </p:txBody>
      </p:sp>
      <p:sp>
        <p:nvSpPr>
          <p:cNvPr id="54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509DB32-2113-4044-A68D-45C425ED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120" y="156672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>
            <a:solidFill>
              <a:srgbClr val="DCE3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5" name="TextBox 48">
            <a:extLst xmlns:a="http://schemas.openxmlformats.org/drawingml/2006/main">
              <a:ext uri="{FF2B5EF4-FFF2-40B4-BE49-F238E27FC236}">
                <a16:creationId xmlns:a16="http://schemas.microsoft.com/office/drawing/2014/main" id="{0360A187-2141-4502-A691-F66D97B8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640" y="5931360"/>
            <a:ext cx="3291480" cy="22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Canonical product views · iPhone 17 Pro</a:t>
            </a:r>
          </a:p>
        </p:txBody>
      </p:sp>
      <p:pic>
        <p:nvPicPr>
          <p:cNvPr id="113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ea56b0fbd4c2f"/>
          <a:stretch xmlns:a="http://schemas.openxmlformats.org/drawingml/2006/main"/>
        </p:blipFill>
        <p:spPr>
          <a:xfrm xmlns:a="http://schemas.openxmlformats.org/drawingml/2006/main" rot="0" flipH="0" flipV="0">
            <a:off x="9639720" y="1677240"/>
            <a:ext cx="195084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14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b0c17733b40ab"/>
          <a:stretch xmlns:a="http://schemas.openxmlformats.org/drawingml/2006/main"/>
        </p:blipFill>
        <p:spPr>
          <a:xfrm xmlns:a="http://schemas.openxmlformats.org/drawingml/2006/main" rot="0" flipH="0" flipV="0">
            <a:off x="7378200" y="1677960"/>
            <a:ext cx="1951200" cy="4242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1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C5B01BC3-5CE5-4118-8384-2F5B67A3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320" y="2814480"/>
            <a:ext cx="2411640" cy="899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3" name="TextBox 35">
            <a:extLst xmlns:a="http://schemas.openxmlformats.org/drawingml/2006/main">
              <a:ext uri="{FF2B5EF4-FFF2-40B4-BE49-F238E27FC236}">
                <a16:creationId xmlns:a16="http://schemas.microsoft.com/office/drawing/2014/main" id="{8B88F567-54B1-4CBB-B9C9-B37F9FB2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2873160"/>
            <a:ext cx="411120" cy="2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4" name="TextBox 36">
            <a:extLst xmlns:a="http://schemas.openxmlformats.org/drawingml/2006/main">
              <a:ext uri="{FF2B5EF4-FFF2-40B4-BE49-F238E27FC236}">
                <a16:creationId xmlns:a16="http://schemas.microsoft.com/office/drawing/2014/main" id="{7634A9DD-779F-477C-AD0C-1A9F0CBC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3117600"/>
            <a:ext cx="21484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65" name="TextBox 37">
            <a:extLst xmlns:a="http://schemas.openxmlformats.org/drawingml/2006/main">
              <a:ext uri="{FF2B5EF4-FFF2-40B4-BE49-F238E27FC236}">
                <a16:creationId xmlns:a16="http://schemas.microsoft.com/office/drawing/2014/main" id="{66D6B593-086A-47D6-AFA4-4849A7DC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3411360"/>
            <a:ext cx="2148480" cy="2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4 stories · Slides 07–11</a:t>
            </a:r>
          </a:p>
        </p:txBody>
      </p:sp>
      <p:sp>
        <p:nvSpPr>
          <p:cNvPr id="67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8E6ABBE8-9962-4EBE-B61A-965D65E6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320" y="3990960"/>
            <a:ext cx="2411640" cy="899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9" name="TextBox 43">
            <a:extLst xmlns:a="http://schemas.openxmlformats.org/drawingml/2006/main">
              <a:ext uri="{FF2B5EF4-FFF2-40B4-BE49-F238E27FC236}">
                <a16:creationId xmlns:a16="http://schemas.microsoft.com/office/drawing/2014/main" id="{062F0272-73ED-4394-9DA8-298643D3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4049640"/>
            <a:ext cx="411120" cy="2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70" name="TextBox 44">
            <a:extLst xmlns:a="http://schemas.openxmlformats.org/drawingml/2006/main">
              <a:ext uri="{FF2B5EF4-FFF2-40B4-BE49-F238E27FC236}">
                <a16:creationId xmlns:a16="http://schemas.microsoft.com/office/drawing/2014/main" id="{25DB3899-12F0-4926-9D14-7924D949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4294080"/>
            <a:ext cx="21484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71" name="TextBox 45">
            <a:extLst xmlns:a="http://schemas.openxmlformats.org/drawingml/2006/main">
              <a:ext uri="{FF2B5EF4-FFF2-40B4-BE49-F238E27FC236}">
                <a16:creationId xmlns:a16="http://schemas.microsoft.com/office/drawing/2014/main" id="{3AF17EA5-7CA3-4BB1-9294-C13A1EE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2840" y="4587840"/>
            <a:ext cx="2148480" cy="2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1 story · Slides 23–26</a:t>
            </a:r>
          </a:p>
        </p:txBody>
      </p:sp>
      <p:sp>
        <p:nvSpPr>
          <p:cNvPr id="73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21F0AC73-E582-43B4-9F6A-A8F03347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2080" y="2814480"/>
            <a:ext cx="2411640" cy="899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5" name="TextBox 31">
            <a:extLst xmlns:a="http://schemas.openxmlformats.org/drawingml/2006/main">
              <a:ext uri="{FF2B5EF4-FFF2-40B4-BE49-F238E27FC236}">
                <a16:creationId xmlns:a16="http://schemas.microsoft.com/office/drawing/2014/main" id="{0B866929-F1AF-4D57-9304-8ABF54B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2887200"/>
            <a:ext cx="411120" cy="2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6" name="TextBox 32">
            <a:extLst xmlns:a="http://schemas.openxmlformats.org/drawingml/2006/main">
              <a:ext uri="{FF2B5EF4-FFF2-40B4-BE49-F238E27FC236}">
                <a16:creationId xmlns:a16="http://schemas.microsoft.com/office/drawing/2014/main" id="{E7D20F82-5DB8-4081-A5A4-112DC34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3131640"/>
            <a:ext cx="21484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77" name="TextBox 33">
            <a:extLst xmlns:a="http://schemas.openxmlformats.org/drawingml/2006/main">
              <a:ext uri="{FF2B5EF4-FFF2-40B4-BE49-F238E27FC236}">
                <a16:creationId xmlns:a16="http://schemas.microsoft.com/office/drawing/2014/main" id="{5A244EC4-B845-4925-8993-A3C0A202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3425400"/>
            <a:ext cx="2148480" cy="2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1 story · Slides 04–06</a:t>
            </a:r>
          </a:p>
        </p:txBody>
      </p:sp>
      <p:sp>
        <p:nvSpPr>
          <p:cNvPr id="7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D251BEDC-0BCA-478D-8D9B-B49EEE6A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2080" y="3990960"/>
            <a:ext cx="2411640" cy="899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1" name="TextBox 39">
            <a:extLst xmlns:a="http://schemas.openxmlformats.org/drawingml/2006/main">
              <a:ext uri="{FF2B5EF4-FFF2-40B4-BE49-F238E27FC236}">
                <a16:creationId xmlns:a16="http://schemas.microsoft.com/office/drawing/2014/main" id="{DE61931B-215D-4D74-B602-05F11FEC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4049640"/>
            <a:ext cx="411120" cy="2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2" name="TextBox 40">
            <a:extLst xmlns:a="http://schemas.openxmlformats.org/drawingml/2006/main">
              <a:ext uri="{FF2B5EF4-FFF2-40B4-BE49-F238E27FC236}">
                <a16:creationId xmlns:a16="http://schemas.microsoft.com/office/drawing/2014/main" id="{C78DFA5F-1EDC-4EE6-84E2-D8CC8D2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4294080"/>
            <a:ext cx="21484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83" name="TextBox 41">
            <a:extLst xmlns:a="http://schemas.openxmlformats.org/drawingml/2006/main">
              <a:ext uri="{FF2B5EF4-FFF2-40B4-BE49-F238E27FC236}">
                <a16:creationId xmlns:a16="http://schemas.microsoft.com/office/drawing/2014/main" id="{959791EE-60CE-4B8B-B305-66C1A41E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600" y="4587840"/>
            <a:ext cx="2148480" cy="2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5 stories · Slides 12–22</a:t>
            </a:r>
          </a:p>
        </p:txBody>
      </p:sp>
      <p:sp>
        <p:nvSpPr>
          <p:cNvPr id="84" name="TextBox 189">
            <a:extLst xmlns:a="http://schemas.openxmlformats.org/drawingml/2006/main">
              <a:ext uri="{FF2B5EF4-FFF2-40B4-BE49-F238E27FC236}">
                <a16:creationId xmlns:a16="http://schemas.microsoft.com/office/drawing/2014/main" id="{7127E63E-0DD5-473E-8EC9-40C2C6B0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879520"/>
            <a:ext cx="5668920" cy="22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11 User Stories planned across iOS research flows and protected web operations.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21b3d54fa40e3"/>
          <a:stretch xmlns:a="http://schemas.openxmlformats.org/drawingml/2006/main"/>
        </p:blipFill>
        <p:spPr>
          <a:xfrm xmlns:a="http://schemas.openxmlformats.org/drawingml/2006/main">
            <a:off x="7302373" y="1677960"/>
            <a:ext cx="2102854" cy="4242600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7b0a723b74c9c"/>
          <a:stretch xmlns:a="http://schemas.openxmlformats.org/drawingml/2006/main"/>
        </p:blipFill>
        <p:spPr>
          <a:xfrm xmlns:a="http://schemas.openxmlformats.org/drawingml/2006/main">
            <a:off x="9563356" y="1677240"/>
            <a:ext cx="2103568" cy="4244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26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Shape 0">
            <a:extLst xmlns:a="http://schemas.openxmlformats.org/drawingml/2006/main">
              <a:ext uri="{FF2B5EF4-FFF2-40B4-BE49-F238E27FC236}">
                <a16:creationId xmlns:a16="http://schemas.microsoft.com/office/drawing/2014/main" id="{7AEB2BE0-186B-4A11-A42E-AB9CCDF2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6" name="Shape 1">
            <a:extLst xmlns:a="http://schemas.openxmlformats.org/drawingml/2006/main">
              <a:ext uri="{FF2B5EF4-FFF2-40B4-BE49-F238E27FC236}">
                <a16:creationId xmlns:a16="http://schemas.microsoft.com/office/drawing/2014/main" id="{A9748CA3-BD0C-4B11-8DED-25A5F32E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7" name="Text 2">
            <a:extLst xmlns:a="http://schemas.openxmlformats.org/drawingml/2006/main">
              <a:ext uri="{FF2B5EF4-FFF2-40B4-BE49-F238E27FC236}">
                <a16:creationId xmlns:a16="http://schemas.microsoft.com/office/drawing/2014/main" id="{5062F4E0-3528-4016-9A45-8F69DC49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88" name="Shape 3">
            <a:extLst xmlns:a="http://schemas.openxmlformats.org/drawingml/2006/main">
              <a:ext uri="{FF2B5EF4-FFF2-40B4-BE49-F238E27FC236}">
                <a16:creationId xmlns:a16="http://schemas.microsoft.com/office/drawing/2014/main" id="{402B73DB-5783-4E00-94AC-17FCF198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9" name="Shape 4">
            <a:extLst xmlns:a="http://schemas.openxmlformats.org/drawingml/2006/main">
              <a:ext uri="{FF2B5EF4-FFF2-40B4-BE49-F238E27FC236}">
                <a16:creationId xmlns:a16="http://schemas.microsoft.com/office/drawing/2014/main" id="{FB20C501-656E-47A5-8FAA-A047BD2F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0" name="Shape 5">
            <a:extLst xmlns:a="http://schemas.openxmlformats.org/drawingml/2006/main">
              <a:ext uri="{FF2B5EF4-FFF2-40B4-BE49-F238E27FC236}">
                <a16:creationId xmlns:a16="http://schemas.microsoft.com/office/drawing/2014/main" id="{AB7FB813-5621-4103-B60D-219E8A14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1" name="Text 6">
            <a:extLst xmlns:a="http://schemas.openxmlformats.org/drawingml/2006/main">
              <a:ext uri="{FF2B5EF4-FFF2-40B4-BE49-F238E27FC236}">
                <a16:creationId xmlns:a16="http://schemas.microsoft.com/office/drawing/2014/main" id="{26B8E193-AC80-46D2-B186-76599588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2" name="Text 7">
            <a:extLst xmlns:a="http://schemas.openxmlformats.org/drawingml/2006/main">
              <a:ext uri="{FF2B5EF4-FFF2-40B4-BE49-F238E27FC236}">
                <a16:creationId xmlns:a16="http://schemas.microsoft.com/office/drawing/2014/main" id="{5A766A72-689A-4D91-94B9-EEFF1F0E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93" name="Text 8">
            <a:extLst xmlns:a="http://schemas.openxmlformats.org/drawingml/2006/main">
              <a:ext uri="{FF2B5EF4-FFF2-40B4-BE49-F238E27FC236}">
                <a16:creationId xmlns:a16="http://schemas.microsoft.com/office/drawing/2014/main" id="{FB24D4DB-A19A-4748-84AF-FA9A01F5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4" name="Text 9">
            <a:extLst xmlns:a="http://schemas.openxmlformats.org/drawingml/2006/main">
              <a:ext uri="{FF2B5EF4-FFF2-40B4-BE49-F238E27FC236}">
                <a16:creationId xmlns:a16="http://schemas.microsoft.com/office/drawing/2014/main" id="{A3FA6D18-2F17-49DA-97B1-DFC4C326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95" name="Text 10">
            <a:extLst xmlns:a="http://schemas.openxmlformats.org/drawingml/2006/main">
              <a:ext uri="{FF2B5EF4-FFF2-40B4-BE49-F238E27FC236}">
                <a16:creationId xmlns:a16="http://schemas.microsoft.com/office/drawing/2014/main" id="{91AC31C9-3C7F-480A-9CC7-96C87783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6" name="Text 11">
            <a:extLst xmlns:a="http://schemas.openxmlformats.org/drawingml/2006/main">
              <a:ext uri="{FF2B5EF4-FFF2-40B4-BE49-F238E27FC236}">
                <a16:creationId xmlns:a16="http://schemas.microsoft.com/office/drawing/2014/main" id="{28E0384A-9270-4B95-BCB7-48562FCA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97" name="Text 12">
            <a:extLst xmlns:a="http://schemas.openxmlformats.org/drawingml/2006/main">
              <a:ext uri="{FF2B5EF4-FFF2-40B4-BE49-F238E27FC236}">
                <a16:creationId xmlns:a16="http://schemas.microsoft.com/office/drawing/2014/main" id="{96C3B8FA-B812-4BE4-9862-55BAAA57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98" name="Text 13">
            <a:extLst xmlns:a="http://schemas.openxmlformats.org/drawingml/2006/main">
              <a:ext uri="{FF2B5EF4-FFF2-40B4-BE49-F238E27FC236}">
                <a16:creationId xmlns:a16="http://schemas.microsoft.com/office/drawing/2014/main" id="{BCBB0EE8-6712-40C7-965B-A9DC76BC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99" name="Shape 20">
            <a:extLst xmlns:a="http://schemas.openxmlformats.org/drawingml/2006/main">
              <a:ext uri="{FF2B5EF4-FFF2-40B4-BE49-F238E27FC236}">
                <a16:creationId xmlns:a16="http://schemas.microsoft.com/office/drawing/2014/main" id="{1B75579F-5C76-49A1-8C93-962B40FC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0" name="Text 21">
            <a:extLst xmlns:a="http://schemas.openxmlformats.org/drawingml/2006/main">
              <a:ext uri="{FF2B5EF4-FFF2-40B4-BE49-F238E27FC236}">
                <a16:creationId xmlns:a16="http://schemas.microsoft.com/office/drawing/2014/main" id="{EA5C4572-12EB-47D4-BC16-292671F6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One Structure, Three Complementary Deliverables</a:t>
            </a:r>
          </a:p>
        </p:txBody>
      </p:sp>
      <p:sp>
        <p:nvSpPr>
          <p:cNvPr id="101" name="Text 22">
            <a:extLst xmlns:a="http://schemas.openxmlformats.org/drawingml/2006/main">
              <a:ext uri="{FF2B5EF4-FFF2-40B4-BE49-F238E27FC236}">
                <a16:creationId xmlns:a16="http://schemas.microsoft.com/office/drawing/2014/main" id="{D5F336B4-C9F0-443F-9C57-6921572C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Each format uses the same Module → User Story → Walkthrough → AC index</a:t>
            </a:r>
          </a:p>
        </p:txBody>
      </p:sp>
      <p:sp>
        <p:nvSpPr>
          <p:cNvPr id="102" name="Shape 23">
            <a:extLst xmlns:a="http://schemas.openxmlformats.org/drawingml/2006/main">
              <a:ext uri="{FF2B5EF4-FFF2-40B4-BE49-F238E27FC236}">
                <a16:creationId xmlns:a16="http://schemas.microsoft.com/office/drawing/2014/main" id="{8E89DB2D-5BF7-4181-9A3A-A24B49E1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3" name="Shape 24">
            <a:extLst xmlns:a="http://schemas.openxmlformats.org/drawingml/2006/main">
              <a:ext uri="{FF2B5EF4-FFF2-40B4-BE49-F238E27FC236}">
                <a16:creationId xmlns:a16="http://schemas.microsoft.com/office/drawing/2014/main" id="{F6D6D201-D30B-4C71-8A8A-D5AC87DE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4" name="Shape 25">
            <a:extLst xmlns:a="http://schemas.openxmlformats.org/drawingml/2006/main">
              <a:ext uri="{FF2B5EF4-FFF2-40B4-BE49-F238E27FC236}">
                <a16:creationId xmlns:a16="http://schemas.microsoft.com/office/drawing/2014/main" id="{C1F1C3D1-028C-4F81-812E-F9B3FC39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5" name="Text 26">
            <a:extLst xmlns:a="http://schemas.openxmlformats.org/drawingml/2006/main">
              <a:ext uri="{FF2B5EF4-FFF2-40B4-BE49-F238E27FC236}">
                <a16:creationId xmlns:a16="http://schemas.microsoft.com/office/drawing/2014/main" id="{16C578F7-B5F4-45E0-9116-EB5161D6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106" name="Text 27">
            <a:extLst xmlns:a="http://schemas.openxmlformats.org/drawingml/2006/main">
              <a:ext uri="{FF2B5EF4-FFF2-40B4-BE49-F238E27FC236}">
                <a16:creationId xmlns:a16="http://schemas.microsoft.com/office/drawing/2014/main" id="{EE67E00D-D59B-4EDC-9605-B9CD7925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03 / 06</a:t>
            </a:r>
          </a:p>
        </p:txBody>
      </p:sp>
      <p:sp>
        <p:nvSpPr>
          <p:cNvPr id="10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271DB7E-A8C4-4FD8-9DB2-06F52C11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50876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>
            <a:solidFill>
              <a:srgbClr val="DCE3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8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C502F1FC-AA7E-49E5-A0A6-EF32F6A5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00" y="2331720"/>
            <a:ext cx="2486880" cy="1965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9" name="TextBox 31">
            <a:extLst xmlns:a="http://schemas.openxmlformats.org/drawingml/2006/main">
              <a:ext uri="{FF2B5EF4-FFF2-40B4-BE49-F238E27FC236}">
                <a16:creationId xmlns:a16="http://schemas.microsoft.com/office/drawing/2014/main" id="{E241EDF8-A823-487D-A878-761DC009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20" y="2523600"/>
            <a:ext cx="4111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0" name="TextBox 32">
            <a:extLst xmlns:a="http://schemas.openxmlformats.org/drawingml/2006/main">
              <a:ext uri="{FF2B5EF4-FFF2-40B4-BE49-F238E27FC236}">
                <a16:creationId xmlns:a16="http://schemas.microsoft.com/office/drawing/2014/main" id="{36EF3A05-E3D5-400B-A4E1-247DECE4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20" y="2880360"/>
            <a:ext cx="21027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DOCUMENTATION</a:t>
            </a:r>
          </a:p>
        </p:txBody>
      </p:sp>
      <p:sp>
        <p:nvSpPr>
          <p:cNvPr id="111" name="TextBox 33">
            <a:extLst xmlns:a="http://schemas.openxmlformats.org/drawingml/2006/main">
              <a:ext uri="{FF2B5EF4-FFF2-40B4-BE49-F238E27FC236}">
                <a16:creationId xmlns:a16="http://schemas.microsoft.com/office/drawing/2014/main" id="{88EF0941-87E4-4890-8955-AB4E6929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20" y="3456360"/>
            <a:ext cx="2102760" cy="52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Defines Story scope, ordered walkthrough and the authoritative AC list.</a:t>
            </a:r>
          </a:p>
        </p:txBody>
      </p:sp>
      <p:cxnSp>
        <p:nvCxnSpPr>
          <p:cNvPr id="183" name="Connector 34"/>
          <p:cNvCxnSpPr/>
          <p:nvPr/>
        </p:nvCxnSpPr>
        <p:spPr>
          <a:xfrm xmlns:a="http://schemas.openxmlformats.org/drawingml/2006/main">
            <a:off x="4690800" y="3309840"/>
            <a:ext cx="567360" cy="36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6687C"/>
            </a:solidFill>
          </a:ln>
        </p:spPr>
      </p:cxnSp>
      <p:sp>
        <p:nvSpPr>
          <p:cNvPr id="113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7AD4A4FA-86D2-47AA-93DE-05130AAE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880" y="2331720"/>
            <a:ext cx="2486880" cy="1965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2ADD3236-B6FB-4261-8300-8A472EE0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400" y="2523600"/>
            <a:ext cx="4111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5" name="TextBox 37">
            <a:extLst xmlns:a="http://schemas.openxmlformats.org/drawingml/2006/main">
              <a:ext uri="{FF2B5EF4-FFF2-40B4-BE49-F238E27FC236}">
                <a16:creationId xmlns:a16="http://schemas.microsoft.com/office/drawing/2014/main" id="{0C50FAD4-8D62-451D-BEBB-F1EA723D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400" y="2880360"/>
            <a:ext cx="21027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PRESENTATION</a:t>
            </a:r>
          </a:p>
        </p:txBody>
      </p:sp>
      <p:sp>
        <p:nvSpPr>
          <p:cNvPr id="116" name="TextBox 38">
            <a:extLst xmlns:a="http://schemas.openxmlformats.org/drawingml/2006/main">
              <a:ext uri="{FF2B5EF4-FFF2-40B4-BE49-F238E27FC236}">
                <a16:creationId xmlns:a16="http://schemas.microsoft.com/office/drawing/2014/main" id="{B50D64DA-0289-4350-90F4-BAA13A83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400" y="3456360"/>
            <a:ext cx="2102760" cy="52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Navigates the acceptance meeting with concise screenshot-to-AC evidence.</a:t>
            </a:r>
          </a:p>
        </p:txBody>
      </p:sp>
      <p:cxnSp>
        <p:nvCxnSpPr>
          <p:cNvPr id="188" name="Connector 39"/>
          <p:cNvCxnSpPr/>
          <p:nvPr/>
        </p:nvCxnSpPr>
        <p:spPr>
          <a:xfrm xmlns:a="http://schemas.openxmlformats.org/drawingml/2006/main">
            <a:off x="7845480" y="3309840"/>
            <a:ext cx="567360" cy="36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6687C"/>
            </a:solidFill>
          </a:ln>
        </p:spPr>
      </p:cxnSp>
      <p:sp>
        <p:nvSpPr>
          <p:cNvPr id="118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D8DA311F-1DAE-475A-8301-C64F3906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560" y="2331720"/>
            <a:ext cx="2486880" cy="1965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9" name="TextBox 41">
            <a:extLst xmlns:a="http://schemas.openxmlformats.org/drawingml/2006/main">
              <a:ext uri="{FF2B5EF4-FFF2-40B4-BE49-F238E27FC236}">
                <a16:creationId xmlns:a16="http://schemas.microsoft.com/office/drawing/2014/main" id="{10EBA696-4C34-4544-9A6D-7C165CB9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80" y="2523600"/>
            <a:ext cx="41112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0" name="TextBox 42">
            <a:extLst xmlns:a="http://schemas.openxmlformats.org/drawingml/2006/main">
              <a:ext uri="{FF2B5EF4-FFF2-40B4-BE49-F238E27FC236}">
                <a16:creationId xmlns:a16="http://schemas.microsoft.com/office/drawing/2014/main" id="{2B8F3ADE-B788-4140-B0D6-EA49FE9C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80" y="2880360"/>
            <a:ext cx="21027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VIDEO</a:t>
            </a:r>
          </a:p>
        </p:txBody>
      </p:sp>
      <p:sp>
        <p:nvSpPr>
          <p:cNvPr id="121" name="TextBox 43">
            <a:extLst xmlns:a="http://schemas.openxmlformats.org/drawingml/2006/main">
              <a:ext uri="{FF2B5EF4-FFF2-40B4-BE49-F238E27FC236}">
                <a16:creationId xmlns:a16="http://schemas.microsoft.com/office/drawing/2014/main" id="{99C7F62A-BFD1-4796-8FC3-B9AFDEDB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080" y="3456360"/>
            <a:ext cx="2102760" cy="52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2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Shows the full interaction continuously, one recording per User Story.</a:t>
            </a:r>
          </a:p>
        </p:txBody>
      </p:sp>
      <p:sp>
        <p:nvSpPr>
          <p:cNvPr id="122" name="TextBox 44">
            <a:extLst xmlns:a="http://schemas.openxmlformats.org/drawingml/2006/main">
              <a:ext uri="{FF2B5EF4-FFF2-40B4-BE49-F238E27FC236}">
                <a16:creationId xmlns:a16="http://schemas.microsoft.com/office/drawing/2014/main" id="{D3E7BE9B-56C8-4B63-B317-1A5D879F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00" y="4892040"/>
            <a:ext cx="90522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The document defines what to prove; the video proves the interaction; this deck lets reviewers locate every walkthrough step and its AC quickly.</a:t>
            </a:r>
          </a:p>
        </p:txBody>
      </p:sp>
    </p:spTree>
    <p:extLst>
      <p:ext uri="{BB962C8B-B14F-4D97-AF65-F5344CB8AC3E}">
        <p14:creationId xmlns:p14="http://schemas.microsoft.com/office/powerpoint/2010/main" val="583044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Shape 0">
            <a:extLst xmlns:a="http://schemas.openxmlformats.org/drawingml/2006/main">
              <a:ext uri="{FF2B5EF4-FFF2-40B4-BE49-F238E27FC236}">
                <a16:creationId xmlns:a16="http://schemas.microsoft.com/office/drawing/2014/main" id="{9FCC6C59-9DF0-4866-80F8-229AF353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4" name="Shape 1">
            <a:extLst xmlns:a="http://schemas.openxmlformats.org/drawingml/2006/main">
              <a:ext uri="{FF2B5EF4-FFF2-40B4-BE49-F238E27FC236}">
                <a16:creationId xmlns:a16="http://schemas.microsoft.com/office/drawing/2014/main" id="{3B6FA275-C962-49FE-B462-C26543DE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5" name="Text 2">
            <a:extLst xmlns:a="http://schemas.openxmlformats.org/drawingml/2006/main">
              <a:ext uri="{FF2B5EF4-FFF2-40B4-BE49-F238E27FC236}">
                <a16:creationId xmlns:a16="http://schemas.microsoft.com/office/drawing/2014/main" id="{C7C39EDE-7221-43D4-AFD9-E9E95385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126" name="Shape 3">
            <a:extLst xmlns:a="http://schemas.openxmlformats.org/drawingml/2006/main">
              <a:ext uri="{FF2B5EF4-FFF2-40B4-BE49-F238E27FC236}">
                <a16:creationId xmlns:a16="http://schemas.microsoft.com/office/drawing/2014/main" id="{41ECD740-27E3-436E-A160-8C76FAEF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7" name="Shape 4">
            <a:extLst xmlns:a="http://schemas.openxmlformats.org/drawingml/2006/main">
              <a:ext uri="{FF2B5EF4-FFF2-40B4-BE49-F238E27FC236}">
                <a16:creationId xmlns:a16="http://schemas.microsoft.com/office/drawing/2014/main" id="{47CDE074-743D-4248-8E44-FE98FBD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8" name="Shape 5">
            <a:extLst xmlns:a="http://schemas.openxmlformats.org/drawingml/2006/main">
              <a:ext uri="{FF2B5EF4-FFF2-40B4-BE49-F238E27FC236}">
                <a16:creationId xmlns:a16="http://schemas.microsoft.com/office/drawing/2014/main" id="{4871CA0B-A0F1-4045-9504-351DD578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9" name="Text 6">
            <a:extLst xmlns:a="http://schemas.openxmlformats.org/drawingml/2006/main">
              <a:ext uri="{FF2B5EF4-FFF2-40B4-BE49-F238E27FC236}">
                <a16:creationId xmlns:a16="http://schemas.microsoft.com/office/drawing/2014/main" id="{63C65C93-71FA-4390-8108-E5F5D65B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0" name="Text 7">
            <a:extLst xmlns:a="http://schemas.openxmlformats.org/drawingml/2006/main">
              <a:ext uri="{FF2B5EF4-FFF2-40B4-BE49-F238E27FC236}">
                <a16:creationId xmlns:a16="http://schemas.microsoft.com/office/drawing/2014/main" id="{0D60A1AD-4F68-4DE0-BF26-6B606F40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131" name="Text 8">
            <a:extLst xmlns:a="http://schemas.openxmlformats.org/drawingml/2006/main">
              <a:ext uri="{FF2B5EF4-FFF2-40B4-BE49-F238E27FC236}">
                <a16:creationId xmlns:a16="http://schemas.microsoft.com/office/drawing/2014/main" id="{D8302D31-DD2C-49C6-9E22-D0010EA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2" name="Text 9">
            <a:extLst xmlns:a="http://schemas.openxmlformats.org/drawingml/2006/main">
              <a:ext uri="{FF2B5EF4-FFF2-40B4-BE49-F238E27FC236}">
                <a16:creationId xmlns:a16="http://schemas.microsoft.com/office/drawing/2014/main" id="{6348ED1B-7362-4D36-9703-BA4A8140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133" name="Text 10">
            <a:extLst xmlns:a="http://schemas.openxmlformats.org/drawingml/2006/main">
              <a:ext uri="{FF2B5EF4-FFF2-40B4-BE49-F238E27FC236}">
                <a16:creationId xmlns:a16="http://schemas.microsoft.com/office/drawing/2014/main" id="{FD8D73AA-B987-4C4B-B8E0-3AE84035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4" name="Text 11">
            <a:extLst xmlns:a="http://schemas.openxmlformats.org/drawingml/2006/main">
              <a:ext uri="{FF2B5EF4-FFF2-40B4-BE49-F238E27FC236}">
                <a16:creationId xmlns:a16="http://schemas.microsoft.com/office/drawing/2014/main" id="{8D181E5A-D3F4-4E8D-B534-030FBCF5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135" name="Text 12">
            <a:extLst xmlns:a="http://schemas.openxmlformats.org/drawingml/2006/main">
              <a:ext uri="{FF2B5EF4-FFF2-40B4-BE49-F238E27FC236}">
                <a16:creationId xmlns:a16="http://schemas.microsoft.com/office/drawing/2014/main" id="{C093E7D7-EBF0-4CFE-8508-62654828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36" name="Text 13">
            <a:extLst xmlns:a="http://schemas.openxmlformats.org/drawingml/2006/main">
              <a:ext uri="{FF2B5EF4-FFF2-40B4-BE49-F238E27FC236}">
                <a16:creationId xmlns:a16="http://schemas.microsoft.com/office/drawing/2014/main" id="{13161836-9E3A-4D0A-B5EF-14C6C20E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137" name="Shape 20">
            <a:extLst xmlns:a="http://schemas.openxmlformats.org/drawingml/2006/main">
              <a:ext uri="{FF2B5EF4-FFF2-40B4-BE49-F238E27FC236}">
                <a16:creationId xmlns:a16="http://schemas.microsoft.com/office/drawing/2014/main" id="{74B75E4A-C607-4B12-A401-C099470E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8" name="Text 21">
            <a:extLst xmlns:a="http://schemas.openxmlformats.org/drawingml/2006/main">
              <a:ext uri="{FF2B5EF4-FFF2-40B4-BE49-F238E27FC236}">
                <a16:creationId xmlns:a16="http://schemas.microsoft.com/office/drawing/2014/main" id="{3F9664FE-7FBE-44FF-B161-4069AB6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01  Login / Register</a:t>
            </a:r>
          </a:p>
        </p:txBody>
      </p:sp>
      <p:sp>
        <p:nvSpPr>
          <p:cNvPr id="139" name="Text 22">
            <a:extLst xmlns:a="http://schemas.openxmlformats.org/drawingml/2006/main">
              <a:ext uri="{FF2B5EF4-FFF2-40B4-BE49-F238E27FC236}">
                <a16:creationId xmlns:a16="http://schemas.microsoft.com/office/drawing/2014/main" id="{421BAF54-2FB1-4CA4-9FEE-D2B31CC6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One Story covers two accepted authentication paths and the shared Markets landing</a:t>
            </a:r>
          </a:p>
        </p:txBody>
      </p:sp>
      <p:sp>
        <p:nvSpPr>
          <p:cNvPr id="140" name="Shape 23">
            <a:extLst xmlns:a="http://schemas.openxmlformats.org/drawingml/2006/main">
              <a:ext uri="{FF2B5EF4-FFF2-40B4-BE49-F238E27FC236}">
                <a16:creationId xmlns:a16="http://schemas.microsoft.com/office/drawing/2014/main" id="{76E73967-38A6-4852-9340-5D560B98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1" name="Shape 24">
            <a:extLst xmlns:a="http://schemas.openxmlformats.org/drawingml/2006/main">
              <a:ext uri="{FF2B5EF4-FFF2-40B4-BE49-F238E27FC236}">
                <a16:creationId xmlns:a16="http://schemas.microsoft.com/office/drawing/2014/main" id="{2C496FCB-D04E-4980-A185-100FBCBD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2" name="Shape 25">
            <a:extLst xmlns:a="http://schemas.openxmlformats.org/drawingml/2006/main">
              <a:ext uri="{FF2B5EF4-FFF2-40B4-BE49-F238E27FC236}">
                <a16:creationId xmlns:a16="http://schemas.microsoft.com/office/drawing/2014/main" id="{1207A003-D179-4F4C-89F7-4DF707F6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3" name="Text 26">
            <a:extLst xmlns:a="http://schemas.openxmlformats.org/drawingml/2006/main">
              <a:ext uri="{FF2B5EF4-FFF2-40B4-BE49-F238E27FC236}">
                <a16:creationId xmlns:a16="http://schemas.microsoft.com/office/drawing/2014/main" id="{1376E850-9E3B-497D-BD81-7AA5CDD9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144" name="Text 27">
            <a:extLst xmlns:a="http://schemas.openxmlformats.org/drawingml/2006/main">
              <a:ext uri="{FF2B5EF4-FFF2-40B4-BE49-F238E27FC236}">
                <a16:creationId xmlns:a16="http://schemas.microsoft.com/office/drawing/2014/main" id="{5518C998-05FF-4361-A195-C3F1ED6B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04 / 06</a:t>
            </a:r>
          </a:p>
        </p:txBody>
      </p:sp>
      <p:sp>
        <p:nvSpPr>
          <p:cNvPr id="145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90C934B-D723-4ABC-A7C0-9B9C9359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8140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>
            <a:solidFill>
              <a:srgbClr val="DCE3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200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9b1d0ec494121"/>
          <a:stretch xmlns:a="http://schemas.openxmlformats.org/drawingml/2006/main"/>
        </p:blipFill>
        <p:spPr>
          <a:xfrm xmlns:a="http://schemas.openxmlformats.org/drawingml/2006/main">
            <a:off x="2615400" y="1645200"/>
            <a:ext cx="195084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58" name="TextBox 55">
            <a:extLst xmlns:a="http://schemas.openxmlformats.org/drawingml/2006/main">
              <a:ext uri="{FF2B5EF4-FFF2-40B4-BE49-F238E27FC236}">
                <a16:creationId xmlns:a16="http://schemas.microsoft.com/office/drawing/2014/main" id="{BA4E1BBE-B502-4A57-BF12-A5EEE16A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1856160"/>
            <a:ext cx="4845960" cy="28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00" b="1" u="none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STORY + EVIDENCE MAP</a:t>
            </a:r>
          </a:p>
        </p:txBody>
      </p:sp>
      <p:sp>
        <p:nvSpPr>
          <p:cNvPr id="159" name="TextBox 56">
            <a:extLst xmlns:a="http://schemas.openxmlformats.org/drawingml/2006/main">
              <a:ext uri="{FF2B5EF4-FFF2-40B4-BE49-F238E27FC236}">
                <a16:creationId xmlns:a16="http://schemas.microsoft.com/office/drawing/2014/main" id="{749A7D36-187A-40A5-8B1A-C6C470B0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2240280"/>
            <a:ext cx="402120" cy="21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1.1</a:t>
            </a:r>
          </a:p>
        </p:txBody>
      </p:sp>
      <p:sp>
        <p:nvSpPr>
          <p:cNvPr id="160" name="TextBox 57">
            <a:extLst xmlns:a="http://schemas.openxmlformats.org/drawingml/2006/main">
              <a:ext uri="{FF2B5EF4-FFF2-40B4-BE49-F238E27FC236}">
                <a16:creationId xmlns:a16="http://schemas.microsoft.com/office/drawing/2014/main" id="{82344E54-6683-4A49-835F-3FE8BDD3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2240280"/>
            <a:ext cx="4160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US-AUTH-01  ·  Slides 05–06</a:t>
            </a:r>
          </a:p>
        </p:txBody>
      </p:sp>
      <p:sp>
        <p:nvSpPr>
          <p:cNvPr id="161" name="TextBox 58">
            <a:extLst xmlns:a="http://schemas.openxmlformats.org/drawingml/2006/main">
              <a:ext uri="{FF2B5EF4-FFF2-40B4-BE49-F238E27FC236}">
                <a16:creationId xmlns:a16="http://schemas.microsoft.com/office/drawing/2014/main" id="{3E5296F5-A07A-4CFD-ACEA-6E65FEAF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2633400"/>
            <a:ext cx="402120" cy="21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1.2</a:t>
            </a:r>
          </a:p>
        </p:txBody>
      </p:sp>
      <p:sp>
        <p:nvSpPr>
          <p:cNvPr id="162" name="TextBox 59">
            <a:extLst xmlns:a="http://schemas.openxmlformats.org/drawingml/2006/main">
              <a:ext uri="{FF2B5EF4-FFF2-40B4-BE49-F238E27FC236}">
                <a16:creationId xmlns:a16="http://schemas.microsoft.com/office/drawing/2014/main" id="{8A26C877-6464-4D74-874B-0666917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2633400"/>
            <a:ext cx="4160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Accepted paths  ·  Register / email-password sign in</a:t>
            </a:r>
          </a:p>
        </p:txBody>
      </p:sp>
      <p:sp>
        <p:nvSpPr>
          <p:cNvPr id="163" name="TextBox 60">
            <a:extLst xmlns:a="http://schemas.openxmlformats.org/drawingml/2006/main">
              <a:ext uri="{FF2B5EF4-FFF2-40B4-BE49-F238E27FC236}">
                <a16:creationId xmlns:a16="http://schemas.microsoft.com/office/drawing/2014/main" id="{CAC23891-BDA6-420D-97CC-51151E96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3026520"/>
            <a:ext cx="402120" cy="21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1.3</a:t>
            </a:r>
          </a:p>
        </p:txBody>
      </p:sp>
      <p:sp>
        <p:nvSpPr>
          <p:cNvPr id="164" name="TextBox 61">
            <a:extLst xmlns:a="http://schemas.openxmlformats.org/drawingml/2006/main">
              <a:ext uri="{FF2B5EF4-FFF2-40B4-BE49-F238E27FC236}">
                <a16:creationId xmlns:a16="http://schemas.microsoft.com/office/drawing/2014/main" id="{050DCE83-D211-4B26-B30A-B4FD7F5F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3026520"/>
            <a:ext cx="4160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Story AC  ·  15 Must criteria</a:t>
            </a:r>
          </a:p>
        </p:txBody>
      </p:sp>
      <p:sp>
        <p:nvSpPr>
          <p:cNvPr id="165" name="TextBox 62">
            <a:extLst xmlns:a="http://schemas.openxmlformats.org/drawingml/2006/main">
              <a:ext uri="{FF2B5EF4-FFF2-40B4-BE49-F238E27FC236}">
                <a16:creationId xmlns:a16="http://schemas.microsoft.com/office/drawing/2014/main" id="{3D912DB3-1594-4370-BDCD-B1C50C19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3419640"/>
            <a:ext cx="402120" cy="21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1.4</a:t>
            </a:r>
          </a:p>
        </p:txBody>
      </p:sp>
      <p:sp>
        <p:nvSpPr>
          <p:cNvPr id="166" name="TextBox 63">
            <a:extLst xmlns:a="http://schemas.openxmlformats.org/drawingml/2006/main">
              <a:ext uri="{FF2B5EF4-FFF2-40B4-BE49-F238E27FC236}">
                <a16:creationId xmlns:a16="http://schemas.microsoft.com/office/drawing/2014/main" id="{529716E4-1CBD-4046-8436-26E59AC0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3419640"/>
            <a:ext cx="4160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Evidence  ·  4 canonical screenshots</a:t>
            </a:r>
          </a:p>
        </p:txBody>
      </p:sp>
      <p:sp>
        <p:nvSpPr>
          <p:cNvPr id="167" name="TextBox 64">
            <a:extLst xmlns:a="http://schemas.openxmlformats.org/drawingml/2006/main">
              <a:ext uri="{FF2B5EF4-FFF2-40B4-BE49-F238E27FC236}">
                <a16:creationId xmlns:a16="http://schemas.microsoft.com/office/drawing/2014/main" id="{BD3E68B3-01F4-4B7E-BD35-A226C8E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3813120"/>
            <a:ext cx="402120" cy="21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1.5</a:t>
            </a:r>
          </a:p>
        </p:txBody>
      </p:sp>
      <p:sp>
        <p:nvSpPr>
          <p:cNvPr id="168" name="TextBox 65">
            <a:extLst xmlns:a="http://schemas.openxmlformats.org/drawingml/2006/main">
              <a:ext uri="{FF2B5EF4-FFF2-40B4-BE49-F238E27FC236}">
                <a16:creationId xmlns:a16="http://schemas.microsoft.com/office/drawing/2014/main" id="{45669189-DA34-41E6-9D00-70BCA542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3813120"/>
            <a:ext cx="4160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Frame 01  ·  Login and scope</a:t>
            </a:r>
          </a:p>
        </p:txBody>
      </p:sp>
      <p:sp>
        <p:nvSpPr>
          <p:cNvPr id="169" name="TextBox 66">
            <a:extLst xmlns:a="http://schemas.openxmlformats.org/drawingml/2006/main">
              <a:ext uri="{FF2B5EF4-FFF2-40B4-BE49-F238E27FC236}">
                <a16:creationId xmlns:a16="http://schemas.microsoft.com/office/drawing/2014/main" id="{7F7F05F3-C591-4ED1-B0AB-131E3183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4206240"/>
            <a:ext cx="402120" cy="21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1.6</a:t>
            </a:r>
          </a:p>
        </p:txBody>
      </p:sp>
      <p:sp>
        <p:nvSpPr>
          <p:cNvPr id="170" name="TextBox 67">
            <a:extLst xmlns:a="http://schemas.openxmlformats.org/drawingml/2006/main">
              <a:ext uri="{FF2B5EF4-FFF2-40B4-BE49-F238E27FC236}">
                <a16:creationId xmlns:a16="http://schemas.microsoft.com/office/drawing/2014/main" id="{28575081-40D0-4677-BEE5-7DD61DC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4206240"/>
            <a:ext cx="4160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Frame 02  ·  Create Account</a:t>
            </a:r>
          </a:p>
        </p:txBody>
      </p:sp>
      <p:sp>
        <p:nvSpPr>
          <p:cNvPr id="171" name="TextBox 68">
            <a:extLst xmlns:a="http://schemas.openxmlformats.org/drawingml/2006/main">
              <a:ext uri="{FF2B5EF4-FFF2-40B4-BE49-F238E27FC236}">
                <a16:creationId xmlns:a16="http://schemas.microsoft.com/office/drawing/2014/main" id="{87379300-F7D7-4C9A-AF3C-0EED2081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4599360"/>
            <a:ext cx="402120" cy="21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1.7</a:t>
            </a:r>
          </a:p>
        </p:txBody>
      </p:sp>
      <p:sp>
        <p:nvSpPr>
          <p:cNvPr id="172" name="TextBox 69">
            <a:extLst xmlns:a="http://schemas.openxmlformats.org/drawingml/2006/main">
              <a:ext uri="{FF2B5EF4-FFF2-40B4-BE49-F238E27FC236}">
                <a16:creationId xmlns:a16="http://schemas.microsoft.com/office/drawing/2014/main" id="{F5EACFA1-AF04-4872-913E-67E76F6E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4599360"/>
            <a:ext cx="4160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Frame 03  ·  Verify Email</a:t>
            </a:r>
          </a:p>
        </p:txBody>
      </p:sp>
      <p:sp>
        <p:nvSpPr>
          <p:cNvPr id="173" name="TextBox 70">
            <a:extLst xmlns:a="http://schemas.openxmlformats.org/drawingml/2006/main">
              <a:ext uri="{FF2B5EF4-FFF2-40B4-BE49-F238E27FC236}">
                <a16:creationId xmlns:a16="http://schemas.microsoft.com/office/drawing/2014/main" id="{2F1417C7-6217-4F54-BBFE-A4646F43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120" y="4992480"/>
            <a:ext cx="402120" cy="21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1" u="none">
                <a:solidFill>
                  <a:srgbClr val="F4B800"/>
                </a:solidFill>
                <a:latin typeface="Calibri"/>
                <a:ea typeface="Calibri"/>
                <a:cs typeface="Calibri"/>
              </a:rPr>
              <a:t>1.8</a:t>
            </a:r>
          </a:p>
        </p:txBody>
      </p:sp>
      <p:sp>
        <p:nvSpPr>
          <p:cNvPr id="174" name="TextBox 71">
            <a:extLst xmlns:a="http://schemas.openxmlformats.org/drawingml/2006/main">
              <a:ext uri="{FF2B5EF4-FFF2-40B4-BE49-F238E27FC236}">
                <a16:creationId xmlns:a16="http://schemas.microsoft.com/office/drawing/2014/main" id="{B07AA799-6C79-4699-8177-4C448D36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1960" y="4992480"/>
            <a:ext cx="4160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Frame 04  ·  Markets landing</a:t>
            </a:r>
          </a:p>
        </p:txBody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bd5391b8b4a3f"/>
          <a:stretch xmlns:a="http://schemas.openxmlformats.org/drawingml/2006/main"/>
        </p:blipFill>
        <p:spPr>
          <a:xfrm xmlns:a="http://schemas.openxmlformats.org/drawingml/2006/main">
            <a:off x="2539036" y="1645200"/>
            <a:ext cx="2103568" cy="4244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75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D3A9931-91A3-4026-8F30-5181EEB2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6088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>
            <a:solidFill>
              <a:srgbClr val="DCE3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5" name="Shape 0">
            <a:extLst xmlns:a="http://schemas.openxmlformats.org/drawingml/2006/main">
              <a:ext uri="{FF2B5EF4-FFF2-40B4-BE49-F238E27FC236}">
                <a16:creationId xmlns:a16="http://schemas.microsoft.com/office/drawing/2014/main" id="{9492F8A9-8FA9-403E-8A9C-0311DEF0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6" name="Shape 1">
            <a:extLst xmlns:a="http://schemas.openxmlformats.org/drawingml/2006/main">
              <a:ext uri="{FF2B5EF4-FFF2-40B4-BE49-F238E27FC236}">
                <a16:creationId xmlns:a16="http://schemas.microsoft.com/office/drawing/2014/main" id="{2F9957B3-2AED-4A27-BB9F-0DCA6DD6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7" name="Text 2">
            <a:extLst xmlns:a="http://schemas.openxmlformats.org/drawingml/2006/main">
              <a:ext uri="{FF2B5EF4-FFF2-40B4-BE49-F238E27FC236}">
                <a16:creationId xmlns:a16="http://schemas.microsoft.com/office/drawing/2014/main" id="{5B28528B-3DA4-4A57-91A3-B1FAE9B8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238" name="Shape 3">
            <a:extLst xmlns:a="http://schemas.openxmlformats.org/drawingml/2006/main">
              <a:ext uri="{FF2B5EF4-FFF2-40B4-BE49-F238E27FC236}">
                <a16:creationId xmlns:a16="http://schemas.microsoft.com/office/drawing/2014/main" id="{30C0AABC-FCE5-4C8D-A3E5-310D00DF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39" name="Shape 4">
            <a:extLst xmlns:a="http://schemas.openxmlformats.org/drawingml/2006/main">
              <a:ext uri="{FF2B5EF4-FFF2-40B4-BE49-F238E27FC236}">
                <a16:creationId xmlns:a16="http://schemas.microsoft.com/office/drawing/2014/main" id="{1E269274-169D-4BBD-878C-D1011D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40" name="Shape 5">
            <a:extLst xmlns:a="http://schemas.openxmlformats.org/drawingml/2006/main">
              <a:ext uri="{FF2B5EF4-FFF2-40B4-BE49-F238E27FC236}">
                <a16:creationId xmlns:a16="http://schemas.microsoft.com/office/drawing/2014/main" id="{E24CE524-88E6-45ED-A455-B10CB38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41" name="Text 6">
            <a:extLst xmlns:a="http://schemas.openxmlformats.org/drawingml/2006/main">
              <a:ext uri="{FF2B5EF4-FFF2-40B4-BE49-F238E27FC236}">
                <a16:creationId xmlns:a16="http://schemas.microsoft.com/office/drawing/2014/main" id="{D56F1893-5E59-48C7-8BB2-F799F583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42" name="Text 7">
            <a:extLst xmlns:a="http://schemas.openxmlformats.org/drawingml/2006/main">
              <a:ext uri="{FF2B5EF4-FFF2-40B4-BE49-F238E27FC236}">
                <a16:creationId xmlns:a16="http://schemas.microsoft.com/office/drawing/2014/main" id="{02D1EA6F-E135-476D-8575-8DC08940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243" name="Text 8">
            <a:extLst xmlns:a="http://schemas.openxmlformats.org/drawingml/2006/main">
              <a:ext uri="{FF2B5EF4-FFF2-40B4-BE49-F238E27FC236}">
                <a16:creationId xmlns:a16="http://schemas.microsoft.com/office/drawing/2014/main" id="{67070163-D589-4EF2-903E-00216BAA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44" name="Text 9">
            <a:extLst xmlns:a="http://schemas.openxmlformats.org/drawingml/2006/main">
              <a:ext uri="{FF2B5EF4-FFF2-40B4-BE49-F238E27FC236}">
                <a16:creationId xmlns:a16="http://schemas.microsoft.com/office/drawing/2014/main" id="{7D32BE4D-928A-47A5-A50C-DDACAC9D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245" name="Text 10">
            <a:extLst xmlns:a="http://schemas.openxmlformats.org/drawingml/2006/main">
              <a:ext uri="{FF2B5EF4-FFF2-40B4-BE49-F238E27FC236}">
                <a16:creationId xmlns:a16="http://schemas.microsoft.com/office/drawing/2014/main" id="{4ABA54BF-1D76-4F42-A632-F9B9A05D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6" name="Text 11">
            <a:extLst xmlns:a="http://schemas.openxmlformats.org/drawingml/2006/main">
              <a:ext uri="{FF2B5EF4-FFF2-40B4-BE49-F238E27FC236}">
                <a16:creationId xmlns:a16="http://schemas.microsoft.com/office/drawing/2014/main" id="{6CB0DC3E-3456-40E9-99D0-92685EB6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247" name="Text 12">
            <a:extLst xmlns:a="http://schemas.openxmlformats.org/drawingml/2006/main">
              <a:ext uri="{FF2B5EF4-FFF2-40B4-BE49-F238E27FC236}">
                <a16:creationId xmlns:a16="http://schemas.microsoft.com/office/drawing/2014/main" id="{B321377E-1E45-4411-927B-4F60AB4B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48" name="Text 13">
            <a:extLst xmlns:a="http://schemas.openxmlformats.org/drawingml/2006/main">
              <a:ext uri="{FF2B5EF4-FFF2-40B4-BE49-F238E27FC236}">
                <a16:creationId xmlns:a16="http://schemas.microsoft.com/office/drawing/2014/main" id="{88904F40-B00C-4475-8743-AB07723A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249" name="Shape 20">
            <a:extLst xmlns:a="http://schemas.openxmlformats.org/drawingml/2006/main">
              <a:ext uri="{FF2B5EF4-FFF2-40B4-BE49-F238E27FC236}">
                <a16:creationId xmlns:a16="http://schemas.microsoft.com/office/drawing/2014/main" id="{B8A3E0AE-1D07-4F42-B42A-0509DE34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0" name="Text 21">
            <a:extLst xmlns:a="http://schemas.openxmlformats.org/drawingml/2006/main">
              <a:ext uri="{FF2B5EF4-FFF2-40B4-BE49-F238E27FC236}">
                <a16:creationId xmlns:a16="http://schemas.microsoft.com/office/drawing/2014/main" id="{F85E3588-320C-4D25-BBEF-963CD6EF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US-AUTH-01 · Start from Login and prepare registration</a:t>
            </a:r>
          </a:p>
        </p:txBody>
      </p:sp>
      <p:sp>
        <p:nvSpPr>
          <p:cNvPr id="251" name="Text 22">
            <a:extLst xmlns:a="http://schemas.openxmlformats.org/drawingml/2006/main">
              <a:ext uri="{FF2B5EF4-FFF2-40B4-BE49-F238E27FC236}">
                <a16:creationId xmlns:a16="http://schemas.microsoft.com/office/drawing/2014/main" id="{C305FF3B-05A5-4EA0-8470-D7B1CFB8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Frames 01–02 establish the accepted paths and the registration gate</a:t>
            </a:r>
          </a:p>
        </p:txBody>
      </p:sp>
      <p:sp>
        <p:nvSpPr>
          <p:cNvPr id="252" name="Shape 23">
            <a:extLst xmlns:a="http://schemas.openxmlformats.org/drawingml/2006/main">
              <a:ext uri="{FF2B5EF4-FFF2-40B4-BE49-F238E27FC236}">
                <a16:creationId xmlns:a16="http://schemas.microsoft.com/office/drawing/2014/main" id="{0E05065C-93EF-4F02-997D-62A550BB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3" name="Shape 24">
            <a:extLst xmlns:a="http://schemas.openxmlformats.org/drawingml/2006/main">
              <a:ext uri="{FF2B5EF4-FFF2-40B4-BE49-F238E27FC236}">
                <a16:creationId xmlns:a16="http://schemas.microsoft.com/office/drawing/2014/main" id="{E267ED92-DBBD-4B65-866A-A367CF77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4" name="Shape 25">
            <a:extLst xmlns:a="http://schemas.openxmlformats.org/drawingml/2006/main">
              <a:ext uri="{FF2B5EF4-FFF2-40B4-BE49-F238E27FC236}">
                <a16:creationId xmlns:a16="http://schemas.microsoft.com/office/drawing/2014/main" id="{BF019A64-8F99-477F-8BF6-594B14E2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55" name="Text 26">
            <a:extLst xmlns:a="http://schemas.openxmlformats.org/drawingml/2006/main">
              <a:ext uri="{FF2B5EF4-FFF2-40B4-BE49-F238E27FC236}">
                <a16:creationId xmlns:a16="http://schemas.microsoft.com/office/drawing/2014/main" id="{28AB013C-550B-4217-9AAD-EA4A6D89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256" name="Text 27">
            <a:extLst xmlns:a="http://schemas.openxmlformats.org/drawingml/2006/main">
              <a:ext uri="{FF2B5EF4-FFF2-40B4-BE49-F238E27FC236}">
                <a16:creationId xmlns:a16="http://schemas.microsoft.com/office/drawing/2014/main" id="{2722842F-5575-4BEF-B561-16186FCF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05 / 06</a:t>
            </a:r>
          </a:p>
        </p:txBody>
      </p:sp>
      <p:pic>
        <p:nvPicPr>
          <p:cNvPr id="290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3271ddd7f49d8"/>
          <a:stretch xmlns:a="http://schemas.openxmlformats.org/drawingml/2006/main"/>
        </p:blipFill>
        <p:spPr>
          <a:xfrm xmlns:a="http://schemas.openxmlformats.org/drawingml/2006/main">
            <a:off x="220212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291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021d3eb0b4d82"/>
          <a:stretch xmlns:a="http://schemas.openxmlformats.org/drawingml/2006/main"/>
        </p:blipFill>
        <p:spPr>
          <a:xfrm xmlns:a="http://schemas.openxmlformats.org/drawingml/2006/main">
            <a:off x="433044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59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99A883FE-06F8-4AC1-838D-3F07C2C4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640" y="1777680"/>
            <a:ext cx="4857480" cy="1747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0" name="TextBox 31">
            <a:extLst xmlns:a="http://schemas.openxmlformats.org/drawingml/2006/main">
              <a:ext uri="{FF2B5EF4-FFF2-40B4-BE49-F238E27FC236}">
                <a16:creationId xmlns:a16="http://schemas.microsoft.com/office/drawing/2014/main" id="{1863DC99-AF14-4014-8A8C-01B62411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240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7625" tIns="47625" rIns="47625" bIns="476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WALKTHROUGH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9"/>
              </a:spcAft>
              <a:buNone/>
            </a:pPr>
            <a:r>
              <a:rPr sz="1100" b="1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01 · LOGIN  </a:t>
            </a:r>
            <a:r>
              <a:rPr sz="1100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Open Login; inspect the required fields, toggle password visibility and show the Sign In button gate. Choose either accepted path.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100" b="1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02 · CREATE ACCOUNT  </a:t>
            </a:r>
            <a:r>
              <a:rPr sz="1100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Enter display name, email and password. Show the under-eight-character disabled state, then submit a valid form.</a:t>
            </a:r>
          </a:p>
        </p:txBody>
      </p:sp>
      <p:sp>
        <p:nvSpPr>
          <p:cNvPr id="26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5167DCA5-7C9B-45E8-A6B7-7166323C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640" y="3686040"/>
            <a:ext cx="4857480" cy="1747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2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96E0966-DA57-4D89-B1D4-46A0322B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19525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7625" tIns="47625" rIns="47625" bIns="476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AC MAPPING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9"/>
              </a:spcAft>
              <a:buNone/>
            </a:pPr>
            <a:r>
              <a:rPr sz="1100" b="1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01 · LOGIN  </a:t>
            </a:r>
            <a:r>
              <a:rPr sz="1100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AC01–06 · AC12–13 · AC15 — entry, fields, button state, accepted scope, sign-in and privacy.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100" b="1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02 · CREATE ACCOUNT  </a:t>
            </a:r>
            <a:r>
              <a:rPr sz="1100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AC06–08 · AC15 — fields, validation gate, pending registration, Verify Email and privacy.</a:t>
            </a:r>
          </a:p>
        </p:txBody>
      </p:sp>
      <p:pic>
        <p:nvPicPr>
          <p:cNvPr id="2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f897531eb4637"/>
          <a:stretch xmlns:a="http://schemas.openxmlformats.org/drawingml/2006/main"/>
        </p:blipFill>
        <p:spPr>
          <a:xfrm xmlns:a="http://schemas.openxmlformats.org/drawingml/2006/main">
            <a:off x="2126277" y="1645158"/>
            <a:ext cx="2103575" cy="4244054"/>
          </a:xfrm>
          <a:prstGeom xmlns:a="http://schemas.openxmlformats.org/drawingml/2006/main" prst="rect">
            <a:avLst/>
          </a:prstGeom>
        </p:spPr>
      </p:pic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b2e18fd654cd3"/>
          <a:stretch xmlns:a="http://schemas.openxmlformats.org/drawingml/2006/main"/>
        </p:blipFill>
        <p:spPr>
          <a:xfrm xmlns:a="http://schemas.openxmlformats.org/drawingml/2006/main">
            <a:off x="4254638" y="1645158"/>
            <a:ext cx="2103575" cy="4244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856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2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7CE94ED-615C-46ED-BE3D-7C7EDC70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481400"/>
            <a:ext cx="10021320" cy="457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C"/>
          </a:solidFill>
          <a:ln xmlns:a="http://schemas.openxmlformats.org/drawingml/2006/main">
            <a:solidFill>
              <a:srgbClr val="DCE3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3" name="Shape 0">
            <a:extLst xmlns:a="http://schemas.openxmlformats.org/drawingml/2006/main">
              <a:ext uri="{FF2B5EF4-FFF2-40B4-BE49-F238E27FC236}">
                <a16:creationId xmlns:a16="http://schemas.microsoft.com/office/drawing/2014/main" id="{B9FB97AA-E103-4211-936E-72E3EEE9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44"/>
          </a:solidFill>
          <a:ln xmlns:a="http://schemas.openxmlformats.org/drawingml/2006/main" w="12700">
            <a:solidFill>
              <a:srgbClr val="001C44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4" name="Shape 1">
            <a:extLst xmlns:a="http://schemas.openxmlformats.org/drawingml/2006/main">
              <a:ext uri="{FF2B5EF4-FFF2-40B4-BE49-F238E27FC236}">
                <a16:creationId xmlns:a16="http://schemas.microsoft.com/office/drawing/2014/main" id="{DC8E35F9-8841-42C1-806F-288135F8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104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5" name="Text 2">
            <a:extLst xmlns:a="http://schemas.openxmlformats.org/drawingml/2006/main">
              <a:ext uri="{FF2B5EF4-FFF2-40B4-BE49-F238E27FC236}">
                <a16:creationId xmlns:a16="http://schemas.microsoft.com/office/drawing/2014/main" id="{245CD0EF-3FAE-4B6F-B05C-2488F62B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40" y="320040"/>
            <a:ext cx="840960" cy="43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SUNWAH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50" b="1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FINTECH</a:t>
            </a:r>
          </a:p>
        </p:txBody>
      </p:sp>
      <p:sp>
        <p:nvSpPr>
          <p:cNvPr id="296" name="Shape 3">
            <a:extLst xmlns:a="http://schemas.openxmlformats.org/drawingml/2006/main">
              <a:ext uri="{FF2B5EF4-FFF2-40B4-BE49-F238E27FC236}">
                <a16:creationId xmlns:a16="http://schemas.microsoft.com/office/drawing/2014/main" id="{BD54732C-CC41-49DE-A9AF-2699AB26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89604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7" name="Shape 4">
            <a:extLst xmlns:a="http://schemas.openxmlformats.org/drawingml/2006/main">
              <a:ext uri="{FF2B5EF4-FFF2-40B4-BE49-F238E27FC236}">
                <a16:creationId xmlns:a16="http://schemas.microsoft.com/office/drawing/2014/main" id="{1549283D-C5CB-4E70-BC12-8FC98AC1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1481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>
              <a:alpha val="95000"/>
            </a:srgbClr>
          </a:solidFill>
          <a:ln xmlns:a="http://schemas.openxmlformats.org/drawingml/2006/main" w="12700">
            <a:solidFill>
              <a:srgbClr val="006C78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8" name="Shape 5">
            <a:extLst xmlns:a="http://schemas.openxmlformats.org/drawingml/2006/main">
              <a:ext uri="{FF2B5EF4-FFF2-40B4-BE49-F238E27FC236}">
                <a16:creationId xmlns:a16="http://schemas.microsoft.com/office/drawing/2014/main" id="{3F0B6632-0510-4E06-A732-B5754201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0"/>
            <a:ext cx="50040" cy="66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12700">
            <a:solidFill>
              <a:srgbClr val="F2A900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9" name="Text 6">
            <a:extLst xmlns:a="http://schemas.openxmlformats.org/drawingml/2006/main">
              <a:ext uri="{FF2B5EF4-FFF2-40B4-BE49-F238E27FC236}">
                <a16:creationId xmlns:a16="http://schemas.microsoft.com/office/drawing/2014/main" id="{063EF382-EF72-49C9-940B-1E9FF665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2528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00" name="Text 7">
            <a:extLst xmlns:a="http://schemas.openxmlformats.org/drawingml/2006/main">
              <a:ext uri="{FF2B5EF4-FFF2-40B4-BE49-F238E27FC236}">
                <a16:creationId xmlns:a16="http://schemas.microsoft.com/office/drawing/2014/main" id="{3C3D8B7B-CF34-4ACF-882C-3521887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1613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Login</a:t>
            </a:r>
          </a:p>
        </p:txBody>
      </p:sp>
      <p:sp>
        <p:nvSpPr>
          <p:cNvPr id="301" name="Text 8">
            <a:extLst xmlns:a="http://schemas.openxmlformats.org/drawingml/2006/main">
              <a:ext uri="{FF2B5EF4-FFF2-40B4-BE49-F238E27FC236}">
                <a16:creationId xmlns:a16="http://schemas.microsoft.com/office/drawing/2014/main" id="{9E3394B2-67E7-409B-A8AD-00DD95C2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194760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02" name="Text 9">
            <a:extLst xmlns:a="http://schemas.openxmlformats.org/drawingml/2006/main">
              <a:ext uri="{FF2B5EF4-FFF2-40B4-BE49-F238E27FC236}">
                <a16:creationId xmlns:a16="http://schemas.microsoft.com/office/drawing/2014/main" id="{D0C774F9-447D-4603-8F98-E0A07903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185616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Market</a:t>
            </a:r>
          </a:p>
        </p:txBody>
      </p:sp>
      <p:sp>
        <p:nvSpPr>
          <p:cNvPr id="303" name="Text 10">
            <a:extLst xmlns:a="http://schemas.openxmlformats.org/drawingml/2006/main">
              <a:ext uri="{FF2B5EF4-FFF2-40B4-BE49-F238E27FC236}">
                <a16:creationId xmlns:a16="http://schemas.microsoft.com/office/drawing/2014/main" id="{F1835305-9160-4D34-B6F3-5634E343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26427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04" name="Text 11">
            <a:extLst xmlns:a="http://schemas.openxmlformats.org/drawingml/2006/main">
              <a:ext uri="{FF2B5EF4-FFF2-40B4-BE49-F238E27FC236}">
                <a16:creationId xmlns:a16="http://schemas.microsoft.com/office/drawing/2014/main" id="{B1809AAC-D60A-4F57-8FE5-AF75552D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25513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Portfolio</a:t>
            </a:r>
          </a:p>
        </p:txBody>
      </p:sp>
      <p:sp>
        <p:nvSpPr>
          <p:cNvPr id="305" name="Text 12">
            <a:extLst xmlns:a="http://schemas.openxmlformats.org/drawingml/2006/main">
              <a:ext uri="{FF2B5EF4-FFF2-40B4-BE49-F238E27FC236}">
                <a16:creationId xmlns:a16="http://schemas.microsoft.com/office/drawing/2014/main" id="{5E460079-28F9-4617-81D7-1FF6B23F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20" y="3337560"/>
            <a:ext cx="228240" cy="14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06" name="Text 13">
            <a:extLst xmlns:a="http://schemas.openxmlformats.org/drawingml/2006/main">
              <a:ext uri="{FF2B5EF4-FFF2-40B4-BE49-F238E27FC236}">
                <a16:creationId xmlns:a16="http://schemas.microsoft.com/office/drawing/2014/main" id="{C9EAC129-DFFB-4874-9983-32A7CADF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20" y="3246120"/>
            <a:ext cx="87732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D2DAE8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307" name="Shape 20">
            <a:extLst xmlns:a="http://schemas.openxmlformats.org/drawingml/2006/main">
              <a:ext uri="{FF2B5EF4-FFF2-40B4-BE49-F238E27FC236}">
                <a16:creationId xmlns:a16="http://schemas.microsoft.com/office/drawing/2014/main" id="{40E9CB52-FA95-4BA9-848B-17C07B84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6345720"/>
            <a:ext cx="111528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FFFFFF">
                <a:alpha val="7500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8" name="Text 21">
            <a:extLst xmlns:a="http://schemas.openxmlformats.org/drawingml/2006/main">
              <a:ext uri="{FF2B5EF4-FFF2-40B4-BE49-F238E27FC236}">
                <a16:creationId xmlns:a16="http://schemas.microsoft.com/office/drawing/2014/main" id="{F9DBE488-6A9B-4610-B990-2355BE61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311040"/>
            <a:ext cx="1003968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US-AUTH-01 · Verify the email and enter Markets</a:t>
            </a:r>
          </a:p>
        </p:txBody>
      </p:sp>
      <p:sp>
        <p:nvSpPr>
          <p:cNvPr id="309" name="Text 22">
            <a:extLst xmlns:a="http://schemas.openxmlformats.org/drawingml/2006/main">
              <a:ext uri="{FF2B5EF4-FFF2-40B4-BE49-F238E27FC236}">
                <a16:creationId xmlns:a16="http://schemas.microsoft.com/office/drawing/2014/main" id="{52DAE7CB-C2A5-4741-B9F5-BFF1642D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841320"/>
            <a:ext cx="10039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Frames 03–04 complete registration and prove the shared authenticated landing</a:t>
            </a:r>
          </a:p>
        </p:txBody>
      </p:sp>
      <p:sp>
        <p:nvSpPr>
          <p:cNvPr id="310" name="Shape 23">
            <a:extLst xmlns:a="http://schemas.openxmlformats.org/drawingml/2006/main">
              <a:ext uri="{FF2B5EF4-FFF2-40B4-BE49-F238E27FC236}">
                <a16:creationId xmlns:a16="http://schemas.microsoft.com/office/drawing/2014/main" id="{5CCA531E-2A9F-4A0B-9FF9-E9135C58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1152000"/>
            <a:ext cx="502560" cy="3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C78"/>
          </a:solidFill>
          <a:ln xmlns:a="http://schemas.openxmlformats.org/drawingml/2006/main" w="10160">
            <a:solidFill>
              <a:srgbClr val="006C7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2960" rIns="90000" bIns="-1296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1" name="Shape 24">
            <a:extLst xmlns:a="http://schemas.openxmlformats.org/drawingml/2006/main">
              <a:ext uri="{FF2B5EF4-FFF2-40B4-BE49-F238E27FC236}">
                <a16:creationId xmlns:a16="http://schemas.microsoft.com/office/drawing/2014/main" id="{CDEA3DA8-12D6-4056-9F6F-FA84EED8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117936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2" name="Shape 25">
            <a:extLst xmlns:a="http://schemas.openxmlformats.org/drawingml/2006/main">
              <a:ext uri="{FF2B5EF4-FFF2-40B4-BE49-F238E27FC236}">
                <a16:creationId xmlns:a16="http://schemas.microsoft.com/office/drawing/2014/main" id="{B542DE8D-3053-48D8-9A83-13D1093B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00" y="6373080"/>
            <a:ext cx="100220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95A7B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3" name="Text 26">
            <a:extLst xmlns:a="http://schemas.openxmlformats.org/drawingml/2006/main">
              <a:ext uri="{FF2B5EF4-FFF2-40B4-BE49-F238E27FC236}">
                <a16:creationId xmlns:a16="http://schemas.microsoft.com/office/drawing/2014/main" id="{8B77EC1E-6D93-45E5-ADE8-956410F8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160" y="6473880"/>
            <a:ext cx="4845960" cy="1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850" b="0" u="none">
                <a:solidFill>
                  <a:srgbClr val="4F6386"/>
                </a:solidFill>
                <a:latin typeface="Georgia"/>
                <a:ea typeface="Georgia"/>
                <a:cs typeface="Georgia"/>
              </a:rPr>
              <a:t>SUNWAH Fintech · M2 Functional Acceptance · Confidential</a:t>
            </a:r>
          </a:p>
        </p:txBody>
      </p:sp>
      <p:sp>
        <p:nvSpPr>
          <p:cNvPr id="314" name="Text 27">
            <a:extLst xmlns:a="http://schemas.openxmlformats.org/drawingml/2006/main">
              <a:ext uri="{FF2B5EF4-FFF2-40B4-BE49-F238E27FC236}">
                <a16:creationId xmlns:a16="http://schemas.microsoft.com/office/drawing/2014/main" id="{5B04E97E-1B2B-4428-8439-DD9930F2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160" y="6446520"/>
            <a:ext cx="89568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 u="none">
                <a:solidFill>
                  <a:srgbClr val="001B46"/>
                </a:solidFill>
                <a:latin typeface="Georgia"/>
                <a:ea typeface="Georgia"/>
                <a:cs typeface="Georgia"/>
              </a:rPr>
              <a:t>06 / 06</a:t>
            </a:r>
          </a:p>
        </p:txBody>
      </p:sp>
      <p:pic>
        <p:nvPicPr>
          <p:cNvPr id="34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1a32b2aed4d8e"/>
          <a:stretch xmlns:a="http://schemas.openxmlformats.org/drawingml/2006/main"/>
        </p:blipFill>
        <p:spPr>
          <a:xfrm xmlns:a="http://schemas.openxmlformats.org/drawingml/2006/main">
            <a:off x="2810160" y="1645200"/>
            <a:ext cx="1951920" cy="4244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17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25E19BA8-6470-403C-9640-A6600B50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880" y="1938960"/>
            <a:ext cx="5263560" cy="1747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8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BA0C6E6A-AE8E-44F9-91C6-A64C1D10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880" y="3847680"/>
            <a:ext cx="5263560" cy="1747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E2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9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78AE7F-262E-47FC-8BD1-1BA90808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2076450"/>
            <a:ext cx="4905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7625" tIns="47625" rIns="47625" bIns="476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WALKTHROUGH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9"/>
              </a:spcAft>
              <a:buNone/>
            </a:pPr>
            <a:r>
              <a:rPr sz="1100" b="1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03 · VERIFY EMAIL  </a:t>
            </a:r>
            <a:r>
              <a:rPr sz="1100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Confirm the six-digit code is sent and Verify Email opens. Show the button gate below six digits and at six digits.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100" b="1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04 · MARKETS  </a:t>
            </a:r>
            <a:r>
              <a:rPr sz="1100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Submit the correct code to open Markets; repeat with existing-account sign-in and confirm the same landing.</a:t>
            </a:r>
          </a:p>
        </p:txBody>
      </p:sp>
      <p:sp>
        <p:nvSpPr>
          <p:cNvPr id="320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5E72916-E481-4FEF-AE55-596176F4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3981450"/>
            <a:ext cx="4905375" cy="1458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7625" tIns="47625" rIns="47625" bIns="47625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solidFill>
                  <a:srgbClr val="0A1F3E"/>
                </a:solidFill>
                <a:latin typeface="Georgia"/>
                <a:ea typeface="Georgia"/>
                <a:cs typeface="Georgia"/>
              </a:rPr>
              <a:t>AC MAPPING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9"/>
              </a:spcAft>
              <a:buNone/>
            </a:pPr>
            <a:r>
              <a:rPr sz="1100" b="1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03 · VERIFY EMAIL  </a:t>
            </a:r>
            <a:r>
              <a:rPr sz="1100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AC08–10 · AC15 — code delivery, six-digit gate, single account, automatic sign-in and privacy.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100" b="1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04 · MARKETS  </a:t>
            </a:r>
            <a:r>
              <a:rPr sz="1100">
                <a:solidFill>
                  <a:srgbClr val="505B6D"/>
                </a:solidFill>
                <a:latin typeface="Calibri"/>
                <a:ea typeface="Calibri"/>
                <a:cs typeface="Calibri"/>
              </a:rPr>
              <a:t>AC10–14 — registration completion, existing-user request state and the shared Markets landing.</a:t>
            </a:r>
          </a:p>
        </p:txBody>
      </p:sp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43b1bb9374f28"/>
          <a:stretch xmlns:a="http://schemas.openxmlformats.org/drawingml/2006/main"/>
        </p:blipFill>
        <p:spPr>
          <a:xfrm xmlns:a="http://schemas.openxmlformats.org/drawingml/2006/main">
            <a:off x="1849547" y="1645158"/>
            <a:ext cx="3911001" cy="42440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927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2026-07-13T22:17:08.5550000Z</dcterms:created>
  <dcterms:modified xsi:type="dcterms:W3CDTF">2026-07-13T22:17:08.5550000Z</dcterms:modified>
</coreProperties>
</file>